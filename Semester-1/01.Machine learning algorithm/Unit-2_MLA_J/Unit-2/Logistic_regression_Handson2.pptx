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9144000"/>
  <p:embeddedFontLst>
    <p:embeddedFont>
      <p:font typeface="Arimo"/>
      <p:regular r:id="rId14"/>
      <p:bold r:id="rId15"/>
      <p:italic r:id="rId16"/>
      <p:boldItalic r:id="rId17"/>
    </p:embeddedFont>
    <p:embeddedFont>
      <p:font typeface="Tahoma"/>
      <p:regular r:id="rId18"/>
      <p:bold r:id="rId19"/>
    </p:embeddedFont>
    <p:embeddedFont>
      <p:font typeface="Helvetica Neue"/>
      <p:regular r:id="rId20"/>
      <p:bold r:id="rId21"/>
      <p:italic r:id="rId22"/>
      <p:boldItalic r:id="rId23"/>
    </p:embeddedFont>
    <p:embeddedFont>
      <p:font typeface="Helvetica Neue Light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8" roundtripDataSignature="AMtx7mhRbpUHNjLIrnTL3+Ta6ACqMyO3f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elveticaNeue-regular.fntdata"/><Relationship Id="rId22" Type="http://schemas.openxmlformats.org/officeDocument/2006/relationships/font" Target="fonts/HelveticaNeue-italic.fntdata"/><Relationship Id="rId21" Type="http://schemas.openxmlformats.org/officeDocument/2006/relationships/font" Target="fonts/HelveticaNeue-bold.fntdata"/><Relationship Id="rId24" Type="http://schemas.openxmlformats.org/officeDocument/2006/relationships/font" Target="fonts/HelveticaNeueLight-regular.fntdata"/><Relationship Id="rId23" Type="http://schemas.openxmlformats.org/officeDocument/2006/relationships/font" Target="fonts/HelveticaNeue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HelveticaNeueLight-italic.fntdata"/><Relationship Id="rId25" Type="http://schemas.openxmlformats.org/officeDocument/2006/relationships/font" Target="fonts/HelveticaNeueLight-bold.fntdata"/><Relationship Id="rId28" Type="http://customschemas.google.com/relationships/presentationmetadata" Target="metadata"/><Relationship Id="rId27" Type="http://schemas.openxmlformats.org/officeDocument/2006/relationships/font" Target="fonts/HelveticaNeueLight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font" Target="fonts/Arimo-bold.fntdata"/><Relationship Id="rId14" Type="http://schemas.openxmlformats.org/officeDocument/2006/relationships/font" Target="fonts/Arimo-regular.fntdata"/><Relationship Id="rId17" Type="http://schemas.openxmlformats.org/officeDocument/2006/relationships/font" Target="fonts/Arimo-boldItalic.fntdata"/><Relationship Id="rId16" Type="http://schemas.openxmlformats.org/officeDocument/2006/relationships/font" Target="fonts/Arimo-italic.fntdata"/><Relationship Id="rId19" Type="http://schemas.openxmlformats.org/officeDocument/2006/relationships/font" Target="fonts/Tahoma-bold.fntdata"/><Relationship Id="rId18" Type="http://schemas.openxmlformats.org/officeDocument/2006/relationships/font" Target="fonts/Tahoma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.png"/><Relationship Id="rId4" Type="http://schemas.openxmlformats.org/officeDocument/2006/relationships/image" Target="../media/image1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RM Logo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g3088bdb9e6b_0_5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162475" lIns="162475" spcFirstLastPara="1" rIns="162475" wrap="square" tIns="1624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9pPr>
          </a:lstStyle>
          <a:p/>
        </p:txBody>
      </p:sp>
      <p:sp>
        <p:nvSpPr>
          <p:cNvPr id="12" name="Google Shape;12;g3088bdb9e6b_0_5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62475" lIns="162475" spcFirstLastPara="1" rIns="162475" wrap="square" tIns="1624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9pPr>
          </a:lstStyle>
          <a:p/>
        </p:txBody>
      </p:sp>
      <p:sp>
        <p:nvSpPr>
          <p:cNvPr id="13" name="Google Shape;13;g3088bdb9e6b_0_5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475" lIns="162475" spcFirstLastPara="1" rIns="162475" wrap="square" tIns="162475">
            <a:normAutofit fontScale="92500" lnSpcReduction="2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g3088bdb9e6b_0_9"/>
          <p:cNvSpPr txBox="1"/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475" lIns="162475" spcFirstLastPara="1" rIns="162475" wrap="square" tIns="1624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16" name="Google Shape;16;g3088bdb9e6b_0_9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475" lIns="162475" spcFirstLastPara="1" rIns="162475" wrap="square" tIns="162475">
            <a:normAutofit fontScale="92500" lnSpcReduction="2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- Content 2">
  <p:cSld name="TITLE_AND_BODY_2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088bdb9e6b_0_12"/>
          <p:cNvSpPr txBox="1"/>
          <p:nvPr>
            <p:ph type="title"/>
          </p:nvPr>
        </p:nvSpPr>
        <p:spPr>
          <a:xfrm>
            <a:off x="562700" y="593367"/>
            <a:ext cx="8985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9" name="Google Shape;19;g3088bdb9e6b_0_12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" name="Google Shape;20;g3088bdb9e6b_0_12"/>
          <p:cNvSpPr txBox="1"/>
          <p:nvPr>
            <p:ph idx="1" type="subTitle"/>
          </p:nvPr>
        </p:nvSpPr>
        <p:spPr>
          <a:xfrm>
            <a:off x="562700" y="1299900"/>
            <a:ext cx="712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900">
                <a:solidFill>
                  <a:srgbClr val="000000"/>
                </a:solidFill>
              </a:defRPr>
            </a:lvl1pPr>
            <a:lvl2pPr lvl="1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/>
            </a:lvl9pPr>
          </a:lstStyle>
          <a:p/>
        </p:txBody>
      </p:sp>
      <p:sp>
        <p:nvSpPr>
          <p:cNvPr id="21" name="Google Shape;21;g3088bdb9e6b_0_12"/>
          <p:cNvSpPr txBox="1"/>
          <p:nvPr>
            <p:ph idx="2" type="body"/>
          </p:nvPr>
        </p:nvSpPr>
        <p:spPr>
          <a:xfrm>
            <a:off x="562700" y="2095600"/>
            <a:ext cx="9777300" cy="39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619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lease Note Slide">
  <p:cSld name="TITLE_ONLY_1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3088bdb9e6b_0_17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4" name="Google Shape;24;g3088bdb9e6b_0_17"/>
          <p:cNvPicPr preferRelativeResize="0"/>
          <p:nvPr/>
        </p:nvPicPr>
        <p:blipFill rotWithShape="1">
          <a:blip r:embed="rId2">
            <a:alphaModFix/>
          </a:blip>
          <a:srcRect b="4686" l="11594" r="10689" t="4093"/>
          <a:stretch/>
        </p:blipFill>
        <p:spPr>
          <a:xfrm>
            <a:off x="562700" y="217267"/>
            <a:ext cx="1258733" cy="1082633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g3088bdb9e6b_0_17"/>
          <p:cNvSpPr txBox="1"/>
          <p:nvPr>
            <p:ph idx="1" type="subTitle"/>
          </p:nvPr>
        </p:nvSpPr>
        <p:spPr>
          <a:xfrm>
            <a:off x="562700" y="1299900"/>
            <a:ext cx="71217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900">
                <a:solidFill>
                  <a:srgbClr val="000000"/>
                </a:solidFill>
              </a:defRPr>
            </a:lvl1pPr>
            <a:lvl2pPr lvl="1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/>
            </a:lvl9pPr>
          </a:lstStyle>
          <a:p/>
        </p:txBody>
      </p:sp>
      <p:sp>
        <p:nvSpPr>
          <p:cNvPr id="26" name="Google Shape;26;g3088bdb9e6b_0_17"/>
          <p:cNvSpPr txBox="1"/>
          <p:nvPr>
            <p:ph idx="2" type="body"/>
          </p:nvPr>
        </p:nvSpPr>
        <p:spPr>
          <a:xfrm>
            <a:off x="562700" y="2095600"/>
            <a:ext cx="9777300" cy="39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619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○"/>
              <a:defRPr sz="2100"/>
            </a:lvl2pPr>
            <a:lvl3pPr indent="-3619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■"/>
              <a:defRPr sz="2100"/>
            </a:lvl3pPr>
            <a:lvl4pPr indent="-3619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●"/>
              <a:defRPr sz="2100"/>
            </a:lvl4pPr>
            <a:lvl5pPr indent="-3619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○"/>
              <a:defRPr sz="2100"/>
            </a:lvl5pPr>
            <a:lvl6pPr indent="-3619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■"/>
              <a:defRPr sz="2100"/>
            </a:lvl6pPr>
            <a:lvl7pPr indent="-3619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●"/>
              <a:defRPr sz="2100"/>
            </a:lvl7pPr>
            <a:lvl8pPr indent="-3619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○"/>
              <a:defRPr sz="2100"/>
            </a:lvl8pPr>
            <a:lvl9pPr indent="-3619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2100"/>
              <a:buChar char="■"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&amp;A">
  <p:cSld name="2_Design_1_1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oogle Shape;28;g3088bdb9e6b_0_22"/>
          <p:cNvGrpSpPr/>
          <p:nvPr/>
        </p:nvGrpSpPr>
        <p:grpSpPr>
          <a:xfrm>
            <a:off x="0" y="0"/>
            <a:ext cx="507987" cy="1828754"/>
            <a:chOff x="0" y="0"/>
            <a:chExt cx="381000" cy="1371600"/>
          </a:xfrm>
        </p:grpSpPr>
        <p:sp>
          <p:nvSpPr>
            <p:cNvPr id="29" name="Google Shape;29;g3088bdb9e6b_0_22"/>
            <p:cNvSpPr/>
            <p:nvPr/>
          </p:nvSpPr>
          <p:spPr>
            <a:xfrm>
              <a:off x="0" y="0"/>
              <a:ext cx="381000" cy="685800"/>
            </a:xfrm>
            <a:prstGeom prst="rect">
              <a:avLst/>
            </a:prstGeom>
            <a:solidFill>
              <a:srgbClr val="0F75BD"/>
            </a:solidFill>
            <a:ln>
              <a:noFill/>
            </a:ln>
          </p:spPr>
          <p:txBody>
            <a:bodyPr anchorCtr="0" anchor="ctr" bIns="60925" lIns="121900" spcFirstLastPara="1" rIns="121900" wrap="square" tIns="609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30;g3088bdb9e6b_0_22"/>
            <p:cNvSpPr/>
            <p:nvPr/>
          </p:nvSpPr>
          <p:spPr>
            <a:xfrm>
              <a:off x="0" y="685800"/>
              <a:ext cx="381000" cy="685800"/>
            </a:xfrm>
            <a:prstGeom prst="rect">
              <a:avLst/>
            </a:prstGeom>
            <a:solidFill>
              <a:srgbClr val="25AAE2"/>
            </a:solidFill>
            <a:ln>
              <a:noFill/>
            </a:ln>
          </p:spPr>
          <p:txBody>
            <a:bodyPr anchorCtr="0" anchor="ctr" bIns="60925" lIns="121900" spcFirstLastPara="1" rIns="121900" wrap="square" tIns="609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1" name="Google Shape;31;g3088bdb9e6b_0_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25033" y="138533"/>
            <a:ext cx="1219200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g3088bdb9e6b_0_22"/>
          <p:cNvSpPr txBox="1"/>
          <p:nvPr>
            <p:ph idx="1" type="subTitle"/>
          </p:nvPr>
        </p:nvSpPr>
        <p:spPr>
          <a:xfrm>
            <a:off x="562700" y="1299900"/>
            <a:ext cx="71217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900">
                <a:solidFill>
                  <a:srgbClr val="000000"/>
                </a:solidFill>
              </a:defRPr>
            </a:lvl1pPr>
            <a:lvl2pPr lvl="1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/>
            </a:lvl9pPr>
          </a:lstStyle>
          <a:p/>
        </p:txBody>
      </p:sp>
      <p:sp>
        <p:nvSpPr>
          <p:cNvPr id="33" name="Google Shape;33;g3088bdb9e6b_0_22"/>
          <p:cNvSpPr txBox="1"/>
          <p:nvPr>
            <p:ph idx="2" type="body"/>
          </p:nvPr>
        </p:nvSpPr>
        <p:spPr>
          <a:xfrm>
            <a:off x="562700" y="2095600"/>
            <a:ext cx="9777300" cy="39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619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○"/>
              <a:defRPr sz="2100"/>
            </a:lvl2pPr>
            <a:lvl3pPr indent="-3619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■"/>
              <a:defRPr sz="2100"/>
            </a:lvl3pPr>
            <a:lvl4pPr indent="-3619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●"/>
              <a:defRPr sz="2100"/>
            </a:lvl4pPr>
            <a:lvl5pPr indent="-3619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○"/>
              <a:defRPr sz="2100"/>
            </a:lvl5pPr>
            <a:lvl6pPr indent="-3619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■"/>
              <a:defRPr sz="2100"/>
            </a:lvl6pPr>
            <a:lvl7pPr indent="-3619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●"/>
              <a:defRPr sz="2100"/>
            </a:lvl7pPr>
            <a:lvl8pPr indent="-3619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○"/>
              <a:defRPr sz="2100"/>
            </a:lvl8pPr>
            <a:lvl9pPr indent="-3619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2100"/>
              <a:buChar char="■"/>
              <a:defRPr sz="2100"/>
            </a:lvl9pPr>
          </a:lstStyle>
          <a:p/>
        </p:txBody>
      </p:sp>
      <p:pic>
        <p:nvPicPr>
          <p:cNvPr id="34" name="Google Shape;34;g3088bdb9e6b_0_22"/>
          <p:cNvPicPr preferRelativeResize="0"/>
          <p:nvPr/>
        </p:nvPicPr>
        <p:blipFill rotWithShape="1">
          <a:blip r:embed="rId3">
            <a:alphaModFix/>
          </a:blip>
          <a:srcRect b="22683" l="0" r="0" t="17385"/>
          <a:stretch/>
        </p:blipFill>
        <p:spPr>
          <a:xfrm>
            <a:off x="747233" y="392667"/>
            <a:ext cx="1741234" cy="1043466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g3088bdb9e6b_0_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77633" y="-7700"/>
            <a:ext cx="3048000" cy="134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- Content 2 columns 1">
  <p:cSld name="TITLE_AND_TWO_COLUMNS_2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088bdb9e6b_0_31"/>
          <p:cNvSpPr txBox="1"/>
          <p:nvPr>
            <p:ph idx="1" type="body"/>
          </p:nvPr>
        </p:nvSpPr>
        <p:spPr>
          <a:xfrm>
            <a:off x="6579967" y="2095600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619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38" name="Google Shape;38;g3088bdb9e6b_0_31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" name="Google Shape;39;g3088bdb9e6b_0_31"/>
          <p:cNvSpPr txBox="1"/>
          <p:nvPr>
            <p:ph type="title"/>
          </p:nvPr>
        </p:nvSpPr>
        <p:spPr>
          <a:xfrm>
            <a:off x="562700" y="593367"/>
            <a:ext cx="8985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40" name="Google Shape;40;g3088bdb9e6b_0_31"/>
          <p:cNvSpPr txBox="1"/>
          <p:nvPr>
            <p:ph idx="2" type="subTitle"/>
          </p:nvPr>
        </p:nvSpPr>
        <p:spPr>
          <a:xfrm>
            <a:off x="562700" y="1299900"/>
            <a:ext cx="712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900">
                <a:solidFill>
                  <a:srgbClr val="000000"/>
                </a:solidFill>
              </a:defRPr>
            </a:lvl1pPr>
            <a:lvl2pPr lvl="1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/>
            </a:lvl9pPr>
          </a:lstStyle>
          <a:p/>
        </p:txBody>
      </p:sp>
      <p:sp>
        <p:nvSpPr>
          <p:cNvPr id="41" name="Google Shape;41;g3088bdb9e6b_0_31"/>
          <p:cNvSpPr txBox="1"/>
          <p:nvPr>
            <p:ph idx="3" type="body"/>
          </p:nvPr>
        </p:nvSpPr>
        <p:spPr>
          <a:xfrm>
            <a:off x="562700" y="2095600"/>
            <a:ext cx="5333100" cy="39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619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1">
  <p:cSld name="TITLE_AND_BODY_1_1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088bdb9e6b_0_37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44" name="Google Shape;44;g3088bdb9e6b_0_37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619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5" name="Google Shape;45;g3088bdb9e6b_0_37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- Content 3">
  <p:cSld name="TITLE_AND_BODY_3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088bdb9e6b_0_41"/>
          <p:cNvSpPr txBox="1"/>
          <p:nvPr>
            <p:ph type="title"/>
          </p:nvPr>
        </p:nvSpPr>
        <p:spPr>
          <a:xfrm>
            <a:off x="562700" y="593367"/>
            <a:ext cx="8985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48" name="Google Shape;48;g3088bdb9e6b_0_41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" name="Google Shape;49;g3088bdb9e6b_0_41"/>
          <p:cNvSpPr txBox="1"/>
          <p:nvPr>
            <p:ph idx="1" type="subTitle"/>
          </p:nvPr>
        </p:nvSpPr>
        <p:spPr>
          <a:xfrm>
            <a:off x="562700" y="1299900"/>
            <a:ext cx="712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900">
                <a:solidFill>
                  <a:srgbClr val="000000"/>
                </a:solidFill>
              </a:defRPr>
            </a:lvl1pPr>
            <a:lvl2pPr lvl="1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/>
            </a:lvl9pPr>
          </a:lstStyle>
          <a:p/>
        </p:txBody>
      </p:sp>
      <p:sp>
        <p:nvSpPr>
          <p:cNvPr id="50" name="Google Shape;50;g3088bdb9e6b_0_41"/>
          <p:cNvSpPr txBox="1"/>
          <p:nvPr>
            <p:ph idx="2" type="body"/>
          </p:nvPr>
        </p:nvSpPr>
        <p:spPr>
          <a:xfrm>
            <a:off x="562700" y="2095600"/>
            <a:ext cx="9777300" cy="39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619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Y Slide 2">
  <p:cSld name="TITLE_ONLY_3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088bdb9e6b_0_46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3" name="Google Shape;53;g3088bdb9e6b_0_46"/>
          <p:cNvPicPr preferRelativeResize="0"/>
          <p:nvPr/>
        </p:nvPicPr>
        <p:blipFill rotWithShape="1">
          <a:blip r:embed="rId2">
            <a:alphaModFix/>
          </a:blip>
          <a:srcRect b="23340" l="18269" r="27373" t="18234"/>
          <a:stretch/>
        </p:blipFill>
        <p:spPr>
          <a:xfrm>
            <a:off x="562700" y="400067"/>
            <a:ext cx="1423131" cy="899836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g3088bdb9e6b_0_46"/>
          <p:cNvSpPr txBox="1"/>
          <p:nvPr>
            <p:ph idx="1" type="subTitle"/>
          </p:nvPr>
        </p:nvSpPr>
        <p:spPr>
          <a:xfrm>
            <a:off x="562700" y="1299900"/>
            <a:ext cx="712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900">
                <a:solidFill>
                  <a:srgbClr val="000000"/>
                </a:solidFill>
              </a:defRPr>
            </a:lvl1pPr>
            <a:lvl2pPr lvl="1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/>
            </a:lvl9pPr>
          </a:lstStyle>
          <a:p/>
        </p:txBody>
      </p:sp>
      <p:sp>
        <p:nvSpPr>
          <p:cNvPr id="55" name="Google Shape;55;g3088bdb9e6b_0_46"/>
          <p:cNvSpPr txBox="1"/>
          <p:nvPr>
            <p:ph idx="2" type="body"/>
          </p:nvPr>
        </p:nvSpPr>
        <p:spPr>
          <a:xfrm>
            <a:off x="562700" y="2095600"/>
            <a:ext cx="9777300" cy="39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619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○"/>
              <a:defRPr sz="2100"/>
            </a:lvl2pPr>
            <a:lvl3pPr indent="-3619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■"/>
              <a:defRPr sz="2100"/>
            </a:lvl3pPr>
            <a:lvl4pPr indent="-3619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●"/>
              <a:defRPr sz="2100"/>
            </a:lvl4pPr>
            <a:lvl5pPr indent="-3619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○"/>
              <a:defRPr sz="2100"/>
            </a:lvl5pPr>
            <a:lvl6pPr indent="-3619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■"/>
              <a:defRPr sz="2100"/>
            </a:lvl6pPr>
            <a:lvl7pPr indent="-3619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●"/>
              <a:defRPr sz="2100"/>
            </a:lvl7pPr>
            <a:lvl8pPr indent="-3619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○"/>
              <a:defRPr sz="2100"/>
            </a:lvl8pPr>
            <a:lvl9pPr indent="-3619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2100"/>
              <a:buChar char="■"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ant to know more slide">
  <p:cSld name="2_Design_1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g3088bdb9e6b_0_51"/>
          <p:cNvGrpSpPr/>
          <p:nvPr/>
        </p:nvGrpSpPr>
        <p:grpSpPr>
          <a:xfrm>
            <a:off x="0" y="0"/>
            <a:ext cx="507987" cy="1828754"/>
            <a:chOff x="0" y="0"/>
            <a:chExt cx="381000" cy="1371600"/>
          </a:xfrm>
        </p:grpSpPr>
        <p:sp>
          <p:nvSpPr>
            <p:cNvPr id="58" name="Google Shape;58;g3088bdb9e6b_0_51"/>
            <p:cNvSpPr/>
            <p:nvPr/>
          </p:nvSpPr>
          <p:spPr>
            <a:xfrm>
              <a:off x="0" y="0"/>
              <a:ext cx="381000" cy="685800"/>
            </a:xfrm>
            <a:prstGeom prst="rect">
              <a:avLst/>
            </a:prstGeom>
            <a:solidFill>
              <a:srgbClr val="0F75BD"/>
            </a:solidFill>
            <a:ln>
              <a:noFill/>
            </a:ln>
          </p:spPr>
          <p:txBody>
            <a:bodyPr anchorCtr="0" anchor="ctr" bIns="60925" lIns="121900" spcFirstLastPara="1" rIns="121900" wrap="square" tIns="609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59;g3088bdb9e6b_0_51"/>
            <p:cNvSpPr/>
            <p:nvPr/>
          </p:nvSpPr>
          <p:spPr>
            <a:xfrm>
              <a:off x="0" y="685800"/>
              <a:ext cx="381000" cy="685800"/>
            </a:xfrm>
            <a:prstGeom prst="rect">
              <a:avLst/>
            </a:prstGeom>
            <a:solidFill>
              <a:srgbClr val="25AAE2"/>
            </a:solidFill>
            <a:ln>
              <a:noFill/>
            </a:ln>
          </p:spPr>
          <p:txBody>
            <a:bodyPr anchorCtr="0" anchor="ctr" bIns="60925" lIns="121900" spcFirstLastPara="1" rIns="121900" wrap="square" tIns="609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0" name="Google Shape;60;g3088bdb9e6b_0_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25033" y="138533"/>
            <a:ext cx="1219200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g3088bdb9e6b_0_51"/>
          <p:cNvPicPr preferRelativeResize="0"/>
          <p:nvPr/>
        </p:nvPicPr>
        <p:blipFill rotWithShape="1">
          <a:blip r:embed="rId3">
            <a:alphaModFix/>
          </a:blip>
          <a:srcRect b="8175" l="0" r="12633" t="14764"/>
          <a:stretch/>
        </p:blipFill>
        <p:spPr>
          <a:xfrm>
            <a:off x="562700" y="425333"/>
            <a:ext cx="1839710" cy="978133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g3088bdb9e6b_0_51"/>
          <p:cNvSpPr txBox="1"/>
          <p:nvPr>
            <p:ph idx="1" type="subTitle"/>
          </p:nvPr>
        </p:nvSpPr>
        <p:spPr>
          <a:xfrm>
            <a:off x="562700" y="1299900"/>
            <a:ext cx="71217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900">
                <a:solidFill>
                  <a:srgbClr val="000000"/>
                </a:solidFill>
              </a:defRPr>
            </a:lvl1pPr>
            <a:lvl2pPr lvl="1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/>
            </a:lvl9pPr>
          </a:lstStyle>
          <a:p/>
        </p:txBody>
      </p:sp>
      <p:sp>
        <p:nvSpPr>
          <p:cNvPr id="63" name="Google Shape;63;g3088bdb9e6b_0_51"/>
          <p:cNvSpPr txBox="1"/>
          <p:nvPr>
            <p:ph idx="2" type="body"/>
          </p:nvPr>
        </p:nvSpPr>
        <p:spPr>
          <a:xfrm>
            <a:off x="562700" y="2095600"/>
            <a:ext cx="9777300" cy="39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619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○"/>
              <a:defRPr sz="2100"/>
            </a:lvl2pPr>
            <a:lvl3pPr indent="-3619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■"/>
              <a:defRPr sz="2100"/>
            </a:lvl3pPr>
            <a:lvl4pPr indent="-3619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●"/>
              <a:defRPr sz="2100"/>
            </a:lvl4pPr>
            <a:lvl5pPr indent="-3619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○"/>
              <a:defRPr sz="2100"/>
            </a:lvl5pPr>
            <a:lvl6pPr indent="-3619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■"/>
              <a:defRPr sz="2100"/>
            </a:lvl6pPr>
            <a:lvl7pPr indent="-3619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●"/>
              <a:defRPr sz="2100"/>
            </a:lvl7pPr>
            <a:lvl8pPr indent="-3619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○"/>
              <a:defRPr sz="2100"/>
            </a:lvl8pPr>
            <a:lvl9pPr indent="-3492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- Content 2 columns 2">
  <p:cSld name="TITLE_AND_TWO_COLUMNS_3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088bdb9e6b_0_59"/>
          <p:cNvSpPr txBox="1"/>
          <p:nvPr>
            <p:ph idx="1" type="body"/>
          </p:nvPr>
        </p:nvSpPr>
        <p:spPr>
          <a:xfrm>
            <a:off x="6579967" y="2095600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619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66" name="Google Shape;66;g3088bdb9e6b_0_59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7" name="Google Shape;67;g3088bdb9e6b_0_59"/>
          <p:cNvSpPr txBox="1"/>
          <p:nvPr>
            <p:ph type="title"/>
          </p:nvPr>
        </p:nvSpPr>
        <p:spPr>
          <a:xfrm>
            <a:off x="562700" y="593367"/>
            <a:ext cx="8985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68" name="Google Shape;68;g3088bdb9e6b_0_59"/>
          <p:cNvSpPr txBox="1"/>
          <p:nvPr>
            <p:ph idx="2" type="subTitle"/>
          </p:nvPr>
        </p:nvSpPr>
        <p:spPr>
          <a:xfrm>
            <a:off x="562700" y="1299900"/>
            <a:ext cx="712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900">
                <a:solidFill>
                  <a:srgbClr val="000000"/>
                </a:solidFill>
              </a:defRPr>
            </a:lvl1pPr>
            <a:lvl2pPr lvl="1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/>
            </a:lvl9pPr>
          </a:lstStyle>
          <a:p/>
        </p:txBody>
      </p:sp>
      <p:sp>
        <p:nvSpPr>
          <p:cNvPr id="69" name="Google Shape;69;g3088bdb9e6b_0_59"/>
          <p:cNvSpPr txBox="1"/>
          <p:nvPr>
            <p:ph idx="3" type="body"/>
          </p:nvPr>
        </p:nvSpPr>
        <p:spPr>
          <a:xfrm>
            <a:off x="562700" y="2095600"/>
            <a:ext cx="5333100" cy="39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619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slide">
  <p:cSld name="Thank you slide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088bdb9e6b_0_65"/>
          <p:cNvSpPr txBox="1"/>
          <p:nvPr/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365F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Thank</a:t>
            </a:r>
            <a:r>
              <a:rPr b="0" i="0" lang="en-US" sz="6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6900" u="none" cap="none" strike="noStrike">
                <a:solidFill>
                  <a:srgbClr val="039BE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you!</a:t>
            </a:r>
            <a:endParaRPr b="0" i="0" sz="6900" u="none" cap="none" strike="noStrike">
              <a:solidFill>
                <a:srgbClr val="999999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72" name="Google Shape;72;g3088bdb9e6b_0_65"/>
          <p:cNvSpPr txBox="1"/>
          <p:nvPr/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0" i="0" lang="en-US" sz="3700" u="none" cap="none" strike="noStrike">
                <a:solidFill>
                  <a:srgbClr val="59595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Happy Learning :)</a:t>
            </a:r>
            <a:endParaRPr b="0" i="0" sz="3700" u="none" cap="none" strike="noStrike">
              <a:solidFill>
                <a:srgbClr val="59595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- Content 1">
  <p:cSld name="Slide - Content 1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088bdb9e6b_0_68"/>
          <p:cNvSpPr txBox="1"/>
          <p:nvPr>
            <p:ph type="title"/>
          </p:nvPr>
        </p:nvSpPr>
        <p:spPr>
          <a:xfrm>
            <a:off x="562700" y="593367"/>
            <a:ext cx="8985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75" name="Google Shape;75;g3088bdb9e6b_0_68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6" name="Google Shape;76;g3088bdb9e6b_0_68"/>
          <p:cNvSpPr txBox="1"/>
          <p:nvPr>
            <p:ph idx="1" type="subTitle"/>
          </p:nvPr>
        </p:nvSpPr>
        <p:spPr>
          <a:xfrm>
            <a:off x="562700" y="1299900"/>
            <a:ext cx="712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900">
                <a:solidFill>
                  <a:srgbClr val="000000"/>
                </a:solidFill>
              </a:defRPr>
            </a:lvl1pPr>
            <a:lvl2pPr lvl="1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/>
            </a:lvl9pPr>
          </a:lstStyle>
          <a:p/>
        </p:txBody>
      </p:sp>
      <p:sp>
        <p:nvSpPr>
          <p:cNvPr id="77" name="Google Shape;77;g3088bdb9e6b_0_68"/>
          <p:cNvSpPr txBox="1"/>
          <p:nvPr>
            <p:ph idx="2" type="body"/>
          </p:nvPr>
        </p:nvSpPr>
        <p:spPr>
          <a:xfrm>
            <a:off x="562700" y="2095600"/>
            <a:ext cx="9777300" cy="39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619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Divider 1">
  <p:cSld name="Section Divider 1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088bdb9e6b_0_73"/>
          <p:cNvSpPr txBox="1"/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0" name="Google Shape;80;g3088bdb9e6b_0_73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2">
  <p:cSld name="OBJECT_3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088bdb9e6b_0_76"/>
          <p:cNvSpPr txBox="1"/>
          <p:nvPr>
            <p:ph type="title"/>
          </p:nvPr>
        </p:nvSpPr>
        <p:spPr>
          <a:xfrm>
            <a:off x="1047733" y="628659"/>
            <a:ext cx="9390000" cy="16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 b="0" i="0" sz="4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9pPr>
          </a:lstStyle>
          <a:p/>
        </p:txBody>
      </p:sp>
      <p:sp>
        <p:nvSpPr>
          <p:cNvPr id="83" name="Google Shape;83;g3088bdb9e6b_0_76"/>
          <p:cNvSpPr txBox="1"/>
          <p:nvPr>
            <p:ph idx="1" type="body"/>
          </p:nvPr>
        </p:nvSpPr>
        <p:spPr>
          <a:xfrm>
            <a:off x="2879955" y="2792019"/>
            <a:ext cx="7520100" cy="21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84" name="Google Shape;84;g3088bdb9e6b_0_76"/>
          <p:cNvSpPr txBox="1"/>
          <p:nvPr>
            <p:ph idx="11" type="ftr"/>
          </p:nvPr>
        </p:nvSpPr>
        <p:spPr>
          <a:xfrm>
            <a:off x="4145280" y="6377940"/>
            <a:ext cx="3901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5" name="Google Shape;85;g3088bdb9e6b_0_76"/>
          <p:cNvSpPr txBox="1"/>
          <p:nvPr>
            <p:ph idx="10" type="dt"/>
          </p:nvPr>
        </p:nvSpPr>
        <p:spPr>
          <a:xfrm>
            <a:off x="609600" y="6377940"/>
            <a:ext cx="2804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6" name="Google Shape;86;g3088bdb9e6b_0_76"/>
          <p:cNvSpPr txBox="1"/>
          <p:nvPr>
            <p:ph idx="12" type="sldNum"/>
          </p:nvPr>
        </p:nvSpPr>
        <p:spPr>
          <a:xfrm>
            <a:off x="8778240" y="6377940"/>
            <a:ext cx="2804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lease Note Slide 1">
  <p:cSld name="Please Note Slide 1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088bdb9e6b_0_82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9" name="Google Shape;89;g3088bdb9e6b_0_82"/>
          <p:cNvPicPr preferRelativeResize="0"/>
          <p:nvPr/>
        </p:nvPicPr>
        <p:blipFill rotWithShape="1">
          <a:blip r:embed="rId2">
            <a:alphaModFix/>
          </a:blip>
          <a:srcRect b="4687" l="11594" r="10690" t="4093"/>
          <a:stretch/>
        </p:blipFill>
        <p:spPr>
          <a:xfrm>
            <a:off x="562700" y="217267"/>
            <a:ext cx="1258733" cy="1082633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g3088bdb9e6b_0_82"/>
          <p:cNvSpPr txBox="1"/>
          <p:nvPr>
            <p:ph idx="1" type="subTitle"/>
          </p:nvPr>
        </p:nvSpPr>
        <p:spPr>
          <a:xfrm>
            <a:off x="562700" y="1299900"/>
            <a:ext cx="71217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900">
                <a:solidFill>
                  <a:srgbClr val="000000"/>
                </a:solidFill>
              </a:defRPr>
            </a:lvl1pPr>
            <a:lvl2pPr lvl="1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/>
            </a:lvl9pPr>
          </a:lstStyle>
          <a:p/>
        </p:txBody>
      </p:sp>
      <p:sp>
        <p:nvSpPr>
          <p:cNvPr id="91" name="Google Shape;91;g3088bdb9e6b_0_82"/>
          <p:cNvSpPr txBox="1"/>
          <p:nvPr>
            <p:ph idx="2" type="body"/>
          </p:nvPr>
        </p:nvSpPr>
        <p:spPr>
          <a:xfrm>
            <a:off x="562700" y="2095600"/>
            <a:ext cx="9777300" cy="39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619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○"/>
              <a:defRPr sz="2100"/>
            </a:lvl2pPr>
            <a:lvl3pPr indent="-3619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■"/>
              <a:defRPr sz="2100"/>
            </a:lvl3pPr>
            <a:lvl4pPr indent="-3619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●"/>
              <a:defRPr sz="2100"/>
            </a:lvl4pPr>
            <a:lvl5pPr indent="-3619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○"/>
              <a:defRPr sz="2100"/>
            </a:lvl5pPr>
            <a:lvl6pPr indent="-3619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■"/>
              <a:defRPr sz="2100"/>
            </a:lvl6pPr>
            <a:lvl7pPr indent="-3619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●"/>
              <a:defRPr sz="2100"/>
            </a:lvl7pPr>
            <a:lvl8pPr indent="-3619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○"/>
              <a:defRPr sz="2100"/>
            </a:lvl8pPr>
            <a:lvl9pPr indent="-3619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2100"/>
              <a:buChar char="■"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3">
  <p:cSld name="OBJECT_4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088bdb9e6b_0_87"/>
          <p:cNvSpPr txBox="1"/>
          <p:nvPr>
            <p:ph type="title"/>
          </p:nvPr>
        </p:nvSpPr>
        <p:spPr>
          <a:xfrm>
            <a:off x="1047733" y="628659"/>
            <a:ext cx="9390000" cy="16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 b="0" i="0" sz="4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9pPr>
          </a:lstStyle>
          <a:p/>
        </p:txBody>
      </p:sp>
      <p:sp>
        <p:nvSpPr>
          <p:cNvPr id="94" name="Google Shape;94;g3088bdb9e6b_0_87"/>
          <p:cNvSpPr txBox="1"/>
          <p:nvPr>
            <p:ph idx="1" type="body"/>
          </p:nvPr>
        </p:nvSpPr>
        <p:spPr>
          <a:xfrm>
            <a:off x="2879955" y="2792019"/>
            <a:ext cx="7520100" cy="21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95" name="Google Shape;95;g3088bdb9e6b_0_87"/>
          <p:cNvSpPr txBox="1"/>
          <p:nvPr>
            <p:ph idx="11" type="ftr"/>
          </p:nvPr>
        </p:nvSpPr>
        <p:spPr>
          <a:xfrm>
            <a:off x="4145280" y="6377940"/>
            <a:ext cx="3901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6" name="Google Shape;96;g3088bdb9e6b_0_87"/>
          <p:cNvSpPr txBox="1"/>
          <p:nvPr>
            <p:ph idx="10" type="dt"/>
          </p:nvPr>
        </p:nvSpPr>
        <p:spPr>
          <a:xfrm>
            <a:off x="609600" y="6377940"/>
            <a:ext cx="2804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7" name="Google Shape;97;g3088bdb9e6b_0_87"/>
          <p:cNvSpPr txBox="1"/>
          <p:nvPr>
            <p:ph idx="12" type="sldNum"/>
          </p:nvPr>
        </p:nvSpPr>
        <p:spPr>
          <a:xfrm>
            <a:off x="8778240" y="6377940"/>
            <a:ext cx="2804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- Content">
  <p:cSld name="TITLE_AND_BODY_1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088bdb9e6b_0_93"/>
          <p:cNvSpPr txBox="1"/>
          <p:nvPr>
            <p:ph type="title"/>
          </p:nvPr>
        </p:nvSpPr>
        <p:spPr>
          <a:xfrm>
            <a:off x="562700" y="593367"/>
            <a:ext cx="8985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00" name="Google Shape;100;g3088bdb9e6b_0_93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1" name="Google Shape;101;g3088bdb9e6b_0_93"/>
          <p:cNvSpPr txBox="1"/>
          <p:nvPr>
            <p:ph idx="1" type="subTitle"/>
          </p:nvPr>
        </p:nvSpPr>
        <p:spPr>
          <a:xfrm>
            <a:off x="562700" y="1299900"/>
            <a:ext cx="712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900">
                <a:solidFill>
                  <a:srgbClr val="000000"/>
                </a:solidFill>
              </a:defRPr>
            </a:lvl1pPr>
            <a:lvl2pPr lvl="1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/>
            </a:lvl9pPr>
          </a:lstStyle>
          <a:p/>
        </p:txBody>
      </p:sp>
      <p:sp>
        <p:nvSpPr>
          <p:cNvPr id="102" name="Google Shape;102;g3088bdb9e6b_0_93"/>
          <p:cNvSpPr txBox="1"/>
          <p:nvPr>
            <p:ph idx="2" type="body"/>
          </p:nvPr>
        </p:nvSpPr>
        <p:spPr>
          <a:xfrm>
            <a:off x="562700" y="2095600"/>
            <a:ext cx="9777300" cy="39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619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Y Slide 1">
  <p:cSld name="DIY Slide 1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088bdb9e6b_0_98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5" name="Google Shape;105;g3088bdb9e6b_0_98"/>
          <p:cNvPicPr preferRelativeResize="0"/>
          <p:nvPr/>
        </p:nvPicPr>
        <p:blipFill rotWithShape="1">
          <a:blip r:embed="rId2">
            <a:alphaModFix/>
          </a:blip>
          <a:srcRect b="23340" l="18269" r="27372" t="18234"/>
          <a:stretch/>
        </p:blipFill>
        <p:spPr>
          <a:xfrm>
            <a:off x="562700" y="400067"/>
            <a:ext cx="1423131" cy="899836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g3088bdb9e6b_0_98"/>
          <p:cNvSpPr txBox="1"/>
          <p:nvPr>
            <p:ph idx="1" type="subTitle"/>
          </p:nvPr>
        </p:nvSpPr>
        <p:spPr>
          <a:xfrm>
            <a:off x="562700" y="1299900"/>
            <a:ext cx="712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900">
                <a:solidFill>
                  <a:srgbClr val="000000"/>
                </a:solidFill>
              </a:defRPr>
            </a:lvl1pPr>
            <a:lvl2pPr lvl="1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/>
            </a:lvl9pPr>
          </a:lstStyle>
          <a:p/>
        </p:txBody>
      </p:sp>
      <p:sp>
        <p:nvSpPr>
          <p:cNvPr id="107" name="Google Shape;107;g3088bdb9e6b_0_98"/>
          <p:cNvSpPr txBox="1"/>
          <p:nvPr>
            <p:ph idx="2" type="body"/>
          </p:nvPr>
        </p:nvSpPr>
        <p:spPr>
          <a:xfrm>
            <a:off x="562700" y="2095600"/>
            <a:ext cx="9777300" cy="39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619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○"/>
              <a:defRPr sz="2100"/>
            </a:lvl2pPr>
            <a:lvl3pPr indent="-3619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■"/>
              <a:defRPr sz="2100"/>
            </a:lvl3pPr>
            <a:lvl4pPr indent="-3619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●"/>
              <a:defRPr sz="2100"/>
            </a:lvl4pPr>
            <a:lvl5pPr indent="-3619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○"/>
              <a:defRPr sz="2100"/>
            </a:lvl5pPr>
            <a:lvl6pPr indent="-3619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■"/>
              <a:defRPr sz="2100"/>
            </a:lvl6pPr>
            <a:lvl7pPr indent="-3619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●"/>
              <a:defRPr sz="2100"/>
            </a:lvl7pPr>
            <a:lvl8pPr indent="-3619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○"/>
              <a:defRPr sz="2100"/>
            </a:lvl8pPr>
            <a:lvl9pPr indent="-3619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2100"/>
              <a:buChar char="■"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Y Slide">
  <p:cSld name="TITLE_ONLY_2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088bdb9e6b_0_103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0" name="Google Shape;110;g3088bdb9e6b_0_103"/>
          <p:cNvPicPr preferRelativeResize="0"/>
          <p:nvPr/>
        </p:nvPicPr>
        <p:blipFill rotWithShape="1">
          <a:blip r:embed="rId2">
            <a:alphaModFix/>
          </a:blip>
          <a:srcRect b="23340" l="18269" r="27372" t="18234"/>
          <a:stretch/>
        </p:blipFill>
        <p:spPr>
          <a:xfrm>
            <a:off x="562700" y="400067"/>
            <a:ext cx="1423131" cy="899836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g3088bdb9e6b_0_103"/>
          <p:cNvSpPr txBox="1"/>
          <p:nvPr>
            <p:ph idx="1" type="subTitle"/>
          </p:nvPr>
        </p:nvSpPr>
        <p:spPr>
          <a:xfrm>
            <a:off x="562700" y="1299900"/>
            <a:ext cx="712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900">
                <a:solidFill>
                  <a:srgbClr val="000000"/>
                </a:solidFill>
              </a:defRPr>
            </a:lvl1pPr>
            <a:lvl2pPr lvl="1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/>
            </a:lvl9pPr>
          </a:lstStyle>
          <a:p/>
        </p:txBody>
      </p:sp>
      <p:sp>
        <p:nvSpPr>
          <p:cNvPr id="112" name="Google Shape;112;g3088bdb9e6b_0_103"/>
          <p:cNvSpPr txBox="1"/>
          <p:nvPr>
            <p:ph idx="2" type="body"/>
          </p:nvPr>
        </p:nvSpPr>
        <p:spPr>
          <a:xfrm>
            <a:off x="562700" y="2095600"/>
            <a:ext cx="9777300" cy="39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619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○"/>
              <a:defRPr sz="2100"/>
            </a:lvl2pPr>
            <a:lvl3pPr indent="-3619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■"/>
              <a:defRPr sz="2100"/>
            </a:lvl3pPr>
            <a:lvl4pPr indent="-3619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●"/>
              <a:defRPr sz="2100"/>
            </a:lvl4pPr>
            <a:lvl5pPr indent="-3619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○"/>
              <a:defRPr sz="2100"/>
            </a:lvl5pPr>
            <a:lvl6pPr indent="-3619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■"/>
              <a:defRPr sz="2100"/>
            </a:lvl6pPr>
            <a:lvl7pPr indent="-3619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●"/>
              <a:defRPr sz="2100"/>
            </a:lvl7pPr>
            <a:lvl8pPr indent="-3619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○"/>
              <a:defRPr sz="2100"/>
            </a:lvl8pPr>
            <a:lvl9pPr indent="-3619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2100"/>
              <a:buChar char="■"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- Content 2 columns">
  <p:cSld name="TITLE_AND_TWO_COLUMNS_1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088bdb9e6b_0_108"/>
          <p:cNvSpPr txBox="1"/>
          <p:nvPr>
            <p:ph idx="1" type="body"/>
          </p:nvPr>
        </p:nvSpPr>
        <p:spPr>
          <a:xfrm>
            <a:off x="6579967" y="2095600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619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115" name="Google Shape;115;g3088bdb9e6b_0_108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6" name="Google Shape;116;g3088bdb9e6b_0_108"/>
          <p:cNvSpPr txBox="1"/>
          <p:nvPr>
            <p:ph type="title"/>
          </p:nvPr>
        </p:nvSpPr>
        <p:spPr>
          <a:xfrm>
            <a:off x="562700" y="593367"/>
            <a:ext cx="8985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17" name="Google Shape;117;g3088bdb9e6b_0_108"/>
          <p:cNvSpPr txBox="1"/>
          <p:nvPr>
            <p:ph idx="2" type="subTitle"/>
          </p:nvPr>
        </p:nvSpPr>
        <p:spPr>
          <a:xfrm>
            <a:off x="562700" y="1299900"/>
            <a:ext cx="712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900">
                <a:solidFill>
                  <a:srgbClr val="000000"/>
                </a:solidFill>
              </a:defRPr>
            </a:lvl1pPr>
            <a:lvl2pPr lvl="1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/>
            </a:lvl9pPr>
          </a:lstStyle>
          <a:p/>
        </p:txBody>
      </p:sp>
      <p:sp>
        <p:nvSpPr>
          <p:cNvPr id="118" name="Google Shape;118;g3088bdb9e6b_0_108"/>
          <p:cNvSpPr txBox="1"/>
          <p:nvPr>
            <p:ph idx="3" type="body"/>
          </p:nvPr>
        </p:nvSpPr>
        <p:spPr>
          <a:xfrm>
            <a:off x="562700" y="2095600"/>
            <a:ext cx="5333100" cy="39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619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088bdb9e6b_0_114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475" lIns="162475" spcFirstLastPara="1" rIns="162475" wrap="square" tIns="162475">
            <a:normAutofit fontScale="92500" lnSpcReduction="2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088bdb9e6b_0_116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62475" lIns="162475" spcFirstLastPara="1" rIns="162475" wrap="square" tIns="1624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9pPr>
          </a:lstStyle>
          <a:p/>
        </p:txBody>
      </p:sp>
      <p:sp>
        <p:nvSpPr>
          <p:cNvPr id="123" name="Google Shape;123;g3088bdb9e6b_0_116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62475" lIns="162475" spcFirstLastPara="1" rIns="162475" wrap="square" tIns="162475">
            <a:normAutofit/>
          </a:bodyPr>
          <a:lstStyle>
            <a:lvl1pPr indent="-431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  <a:defRPr/>
            </a:lvl1pPr>
            <a:lvl2pPr indent="-3873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2pPr>
            <a:lvl3pPr indent="-3873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3pPr>
            <a:lvl4pPr indent="-3873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4pPr>
            <a:lvl5pPr indent="-3873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5pPr>
            <a:lvl6pPr indent="-3873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6pPr>
            <a:lvl7pPr indent="-3873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7pPr>
            <a:lvl8pPr indent="-3873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8pPr>
            <a:lvl9pPr indent="-3873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9pPr>
          </a:lstStyle>
          <a:p/>
        </p:txBody>
      </p:sp>
      <p:sp>
        <p:nvSpPr>
          <p:cNvPr id="124" name="Google Shape;124;g3088bdb9e6b_0_116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475" lIns="162475" spcFirstLastPara="1" rIns="162475" wrap="square" tIns="162475">
            <a:normAutofit fontScale="92500" lnSpcReduction="2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088bdb9e6b_0_120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62475" lIns="162475" spcFirstLastPara="1" rIns="162475" wrap="square" tIns="1624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9pPr>
          </a:lstStyle>
          <a:p/>
        </p:txBody>
      </p:sp>
      <p:sp>
        <p:nvSpPr>
          <p:cNvPr id="127" name="Google Shape;127;g3088bdb9e6b_0_120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62475" lIns="162475" spcFirstLastPara="1" rIns="162475" wrap="square" tIns="162475">
            <a:normAutofit/>
          </a:bodyPr>
          <a:lstStyle>
            <a:lvl1pPr indent="-3873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  <a:defRPr sz="2500"/>
            </a:lvl1pPr>
            <a:lvl2pPr indent="-3619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2pPr>
            <a:lvl3pPr indent="-3619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3pPr>
            <a:lvl4pPr indent="-3619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4pPr>
            <a:lvl5pPr indent="-3619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5pPr>
            <a:lvl6pPr indent="-3619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6pPr>
            <a:lvl7pPr indent="-3619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7pPr>
            <a:lvl8pPr indent="-3619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8pPr>
            <a:lvl9pPr indent="-3619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9pPr>
          </a:lstStyle>
          <a:p/>
        </p:txBody>
      </p:sp>
      <p:sp>
        <p:nvSpPr>
          <p:cNvPr id="128" name="Google Shape;128;g3088bdb9e6b_0_120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62475" lIns="162475" spcFirstLastPara="1" rIns="162475" wrap="square" tIns="162475">
            <a:normAutofit/>
          </a:bodyPr>
          <a:lstStyle>
            <a:lvl1pPr indent="-3873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  <a:defRPr sz="2500"/>
            </a:lvl1pPr>
            <a:lvl2pPr indent="-3619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2pPr>
            <a:lvl3pPr indent="-3619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3pPr>
            <a:lvl4pPr indent="-3619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4pPr>
            <a:lvl5pPr indent="-3619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5pPr>
            <a:lvl6pPr indent="-3619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6pPr>
            <a:lvl7pPr indent="-3619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7pPr>
            <a:lvl8pPr indent="-3619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8pPr>
            <a:lvl9pPr indent="-3619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9pPr>
          </a:lstStyle>
          <a:p/>
        </p:txBody>
      </p:sp>
      <p:sp>
        <p:nvSpPr>
          <p:cNvPr id="129" name="Google Shape;129;g3088bdb9e6b_0_120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475" lIns="162475" spcFirstLastPara="1" rIns="162475" wrap="square" tIns="162475">
            <a:normAutofit fontScale="92500" lnSpcReduction="2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088bdb9e6b_0_125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62475" lIns="162475" spcFirstLastPara="1" rIns="162475" wrap="square" tIns="1624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9pPr>
          </a:lstStyle>
          <a:p/>
        </p:txBody>
      </p:sp>
      <p:sp>
        <p:nvSpPr>
          <p:cNvPr id="132" name="Google Shape;132;g3088bdb9e6b_0_125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475" lIns="162475" spcFirstLastPara="1" rIns="162475" wrap="square" tIns="162475">
            <a:normAutofit fontScale="92500" lnSpcReduction="2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088bdb9e6b_0_128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162475" lIns="162475" spcFirstLastPara="1" rIns="162475" wrap="square" tIns="1624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/>
        </p:txBody>
      </p:sp>
      <p:sp>
        <p:nvSpPr>
          <p:cNvPr id="135" name="Google Shape;135;g3088bdb9e6b_0_128"/>
          <p:cNvSpPr txBox="1"/>
          <p:nvPr>
            <p:ph idx="1" type="body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62475" lIns="162475" spcFirstLastPara="1" rIns="162475" wrap="square" tIns="162475">
            <a:normAutofit/>
          </a:bodyPr>
          <a:lstStyle>
            <a:lvl1pPr indent="-3619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1pPr>
            <a:lvl2pPr indent="-3619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2pPr>
            <a:lvl3pPr indent="-3619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3pPr>
            <a:lvl4pPr indent="-3619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4pPr>
            <a:lvl5pPr indent="-3619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5pPr>
            <a:lvl6pPr indent="-3619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6pPr>
            <a:lvl7pPr indent="-3619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7pPr>
            <a:lvl8pPr indent="-3619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8pPr>
            <a:lvl9pPr indent="-3619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9pPr>
          </a:lstStyle>
          <a:p/>
        </p:txBody>
      </p:sp>
      <p:sp>
        <p:nvSpPr>
          <p:cNvPr id="136" name="Google Shape;136;g3088bdb9e6b_0_128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475" lIns="162475" spcFirstLastPara="1" rIns="162475" wrap="square" tIns="162475">
            <a:normAutofit fontScale="92500" lnSpcReduction="2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088bdb9e6b_0_132"/>
          <p:cNvSpPr txBox="1"/>
          <p:nvPr>
            <p:ph type="title"/>
          </p:nvPr>
        </p:nvSpPr>
        <p:spPr>
          <a:xfrm>
            <a:off x="653667" y="600200"/>
            <a:ext cx="8490300" cy="54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475" lIns="162475" spcFirstLastPara="1" rIns="162475" wrap="square" tIns="1624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9pPr>
          </a:lstStyle>
          <a:p/>
        </p:txBody>
      </p:sp>
      <p:sp>
        <p:nvSpPr>
          <p:cNvPr id="139" name="Google Shape;139;g3088bdb9e6b_0_132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475" lIns="162475" spcFirstLastPara="1" rIns="162475" wrap="square" tIns="162475">
            <a:normAutofit fontScale="92500" lnSpcReduction="2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088bdb9e6b_0_135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62475" lIns="162475" spcFirstLastPara="1" rIns="162475" wrap="square" tIns="162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g3088bdb9e6b_0_135"/>
          <p:cNvSpPr txBox="1"/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162475" lIns="162475" spcFirstLastPara="1" rIns="162475" wrap="square" tIns="1624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9pPr>
          </a:lstStyle>
          <a:p/>
        </p:txBody>
      </p:sp>
      <p:sp>
        <p:nvSpPr>
          <p:cNvPr id="143" name="Google Shape;143;g3088bdb9e6b_0_135"/>
          <p:cNvSpPr txBox="1"/>
          <p:nvPr>
            <p:ph idx="1" type="subTitle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62475" lIns="162475" spcFirstLastPara="1" rIns="162475" wrap="square" tIns="1624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44" name="Google Shape;144;g3088bdb9e6b_0_135"/>
          <p:cNvSpPr txBox="1"/>
          <p:nvPr>
            <p:ph idx="2" type="body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475" lIns="162475" spcFirstLastPara="1" rIns="162475" wrap="square" tIns="162475">
            <a:normAutofit/>
          </a:bodyPr>
          <a:lstStyle>
            <a:lvl1pPr indent="-431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  <a:defRPr/>
            </a:lvl1pPr>
            <a:lvl2pPr indent="-3873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2pPr>
            <a:lvl3pPr indent="-3873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3pPr>
            <a:lvl4pPr indent="-3873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4pPr>
            <a:lvl5pPr indent="-3873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5pPr>
            <a:lvl6pPr indent="-3873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6pPr>
            <a:lvl7pPr indent="-3873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7pPr>
            <a:lvl8pPr indent="-3873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8pPr>
            <a:lvl9pPr indent="-3873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9pPr>
          </a:lstStyle>
          <a:p/>
        </p:txBody>
      </p:sp>
      <p:sp>
        <p:nvSpPr>
          <p:cNvPr id="145" name="Google Shape;145;g3088bdb9e6b_0_135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475" lIns="162475" spcFirstLastPara="1" rIns="162475" wrap="square" tIns="162475">
            <a:normAutofit fontScale="92500" lnSpcReduction="2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088bdb9e6b_0_141"/>
          <p:cNvSpPr txBox="1"/>
          <p:nvPr>
            <p:ph idx="1" type="body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475" lIns="162475" spcFirstLastPara="1" rIns="162475" wrap="square" tIns="1624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</a:lstStyle>
          <a:p/>
        </p:txBody>
      </p:sp>
      <p:sp>
        <p:nvSpPr>
          <p:cNvPr id="148" name="Google Shape;148;g3088bdb9e6b_0_141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475" lIns="162475" spcFirstLastPara="1" rIns="162475" wrap="square" tIns="162475">
            <a:normAutofit fontScale="92500" lnSpcReduction="2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088bdb9e6b_0_144"/>
          <p:cNvSpPr txBox="1"/>
          <p:nvPr>
            <p:ph hasCustomPrompt="1" type="title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162475" lIns="162475" spcFirstLastPara="1" rIns="162475" wrap="square" tIns="1624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300"/>
              <a:buNone/>
              <a:defRPr sz="21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300"/>
              <a:buNone/>
              <a:defRPr sz="21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300"/>
              <a:buNone/>
              <a:defRPr sz="21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300"/>
              <a:buNone/>
              <a:defRPr sz="21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300"/>
              <a:buNone/>
              <a:defRPr sz="21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300"/>
              <a:buNone/>
              <a:defRPr sz="21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300"/>
              <a:buNone/>
              <a:defRPr sz="21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300"/>
              <a:buNone/>
              <a:defRPr sz="21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300"/>
              <a:buNone/>
              <a:defRPr sz="21300"/>
            </a:lvl9pPr>
          </a:lstStyle>
          <a:p>
            <a:r>
              <a:t>xx%</a:t>
            </a:r>
          </a:p>
        </p:txBody>
      </p:sp>
      <p:sp>
        <p:nvSpPr>
          <p:cNvPr id="151" name="Google Shape;151;g3088bdb9e6b_0_144"/>
          <p:cNvSpPr txBox="1"/>
          <p:nvPr>
            <p:ph idx="1" type="body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62475" lIns="162475" spcFirstLastPara="1" rIns="162475" wrap="square" tIns="162475">
            <a:normAutofit/>
          </a:bodyPr>
          <a:lstStyle>
            <a:lvl1pPr indent="-4318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  <a:defRPr/>
            </a:lvl1pPr>
            <a:lvl2pPr indent="-3873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2pPr>
            <a:lvl3pPr indent="-3873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3pPr>
            <a:lvl4pPr indent="-3873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4pPr>
            <a:lvl5pPr indent="-3873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5pPr>
            <a:lvl6pPr indent="-3873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6pPr>
            <a:lvl7pPr indent="-3873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7pPr>
            <a:lvl8pPr indent="-3873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8pPr>
            <a:lvl9pPr indent="-3873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9pPr>
          </a:lstStyle>
          <a:p/>
        </p:txBody>
      </p:sp>
      <p:sp>
        <p:nvSpPr>
          <p:cNvPr id="152" name="Google Shape;152;g3088bdb9e6b_0_144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475" lIns="162475" spcFirstLastPara="1" rIns="162475" wrap="square" tIns="162475">
            <a:normAutofit fontScale="92500" lnSpcReduction="2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obj">
  <p:cSld name="OBJECT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088bdb9e6b_0_148"/>
          <p:cNvSpPr txBox="1"/>
          <p:nvPr>
            <p:ph type="title"/>
          </p:nvPr>
        </p:nvSpPr>
        <p:spPr>
          <a:xfrm>
            <a:off x="4851400" y="3091021"/>
            <a:ext cx="2489100" cy="6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 b="0" i="0" sz="5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9pPr>
          </a:lstStyle>
          <a:p/>
        </p:txBody>
      </p:sp>
      <p:sp>
        <p:nvSpPr>
          <p:cNvPr id="155" name="Google Shape;155;g3088bdb9e6b_0_148"/>
          <p:cNvSpPr txBox="1"/>
          <p:nvPr>
            <p:ph idx="11" type="ftr"/>
          </p:nvPr>
        </p:nvSpPr>
        <p:spPr>
          <a:xfrm>
            <a:off x="3756829" y="6592616"/>
            <a:ext cx="4684800" cy="1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1100" u="none" cap="none" strike="noStrike">
                <a:solidFill>
                  <a:srgbClr val="7D7D7D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6" name="Google Shape;156;g3088bdb9e6b_0_148"/>
          <p:cNvSpPr txBox="1"/>
          <p:nvPr>
            <p:ph idx="10" type="dt"/>
          </p:nvPr>
        </p:nvSpPr>
        <p:spPr>
          <a:xfrm>
            <a:off x="609600" y="6377940"/>
            <a:ext cx="2804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7" name="Google Shape;157;g3088bdb9e6b_0_148"/>
          <p:cNvSpPr txBox="1"/>
          <p:nvPr>
            <p:ph idx="12" type="sldNum"/>
          </p:nvPr>
        </p:nvSpPr>
        <p:spPr>
          <a:xfrm>
            <a:off x="8778240" y="6377940"/>
            <a:ext cx="2804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088bdb9e6b_0_153"/>
          <p:cNvSpPr txBox="1"/>
          <p:nvPr>
            <p:ph type="title"/>
          </p:nvPr>
        </p:nvSpPr>
        <p:spPr>
          <a:xfrm>
            <a:off x="4851400" y="3091021"/>
            <a:ext cx="2489100" cy="6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 b="0" i="0" sz="5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9pPr>
          </a:lstStyle>
          <a:p/>
        </p:txBody>
      </p:sp>
      <p:sp>
        <p:nvSpPr>
          <p:cNvPr id="160" name="Google Shape;160;g3088bdb9e6b_0_153"/>
          <p:cNvSpPr txBox="1"/>
          <p:nvPr>
            <p:ph idx="1" type="body"/>
          </p:nvPr>
        </p:nvSpPr>
        <p:spPr>
          <a:xfrm>
            <a:off x="5758687" y="2569339"/>
            <a:ext cx="6175500" cy="3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5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5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5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5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5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5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5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2500"/>
              <a:buNone/>
              <a:defRPr/>
            </a:lvl9pPr>
          </a:lstStyle>
          <a:p/>
        </p:txBody>
      </p:sp>
      <p:sp>
        <p:nvSpPr>
          <p:cNvPr id="161" name="Google Shape;161;g3088bdb9e6b_0_153"/>
          <p:cNvSpPr txBox="1"/>
          <p:nvPr>
            <p:ph idx="11" type="ftr"/>
          </p:nvPr>
        </p:nvSpPr>
        <p:spPr>
          <a:xfrm>
            <a:off x="3756829" y="6592616"/>
            <a:ext cx="4684800" cy="1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1100" u="none" cap="none" strike="noStrike">
                <a:solidFill>
                  <a:srgbClr val="7D7D7D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2" name="Google Shape;162;g3088bdb9e6b_0_153"/>
          <p:cNvSpPr txBox="1"/>
          <p:nvPr>
            <p:ph idx="10" type="dt"/>
          </p:nvPr>
        </p:nvSpPr>
        <p:spPr>
          <a:xfrm>
            <a:off x="609600" y="6377940"/>
            <a:ext cx="2804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3" name="Google Shape;163;g3088bdb9e6b_0_153"/>
          <p:cNvSpPr txBox="1"/>
          <p:nvPr>
            <p:ph idx="12" type="sldNum"/>
          </p:nvPr>
        </p:nvSpPr>
        <p:spPr>
          <a:xfrm>
            <a:off x="8778240" y="6377940"/>
            <a:ext cx="2804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088bdb9e6b_0_159"/>
          <p:cNvSpPr txBox="1"/>
          <p:nvPr>
            <p:ph idx="11" type="ftr"/>
          </p:nvPr>
        </p:nvSpPr>
        <p:spPr>
          <a:xfrm>
            <a:off x="3756829" y="6592616"/>
            <a:ext cx="4684800" cy="1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1100" u="none" cap="none" strike="noStrike">
                <a:solidFill>
                  <a:srgbClr val="7D7D7D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6" name="Google Shape;166;g3088bdb9e6b_0_159"/>
          <p:cNvSpPr txBox="1"/>
          <p:nvPr>
            <p:ph idx="10" type="dt"/>
          </p:nvPr>
        </p:nvSpPr>
        <p:spPr>
          <a:xfrm>
            <a:off x="609600" y="6377940"/>
            <a:ext cx="2804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7" name="Google Shape;167;g3088bdb9e6b_0_159"/>
          <p:cNvSpPr txBox="1"/>
          <p:nvPr>
            <p:ph idx="12" type="sldNum"/>
          </p:nvPr>
        </p:nvSpPr>
        <p:spPr>
          <a:xfrm>
            <a:off x="8778240" y="6377940"/>
            <a:ext cx="2804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088bdb9e6b_0_163"/>
          <p:cNvSpPr txBox="1"/>
          <p:nvPr>
            <p:ph type="ctrTitle"/>
          </p:nvPr>
        </p:nvSpPr>
        <p:spPr>
          <a:xfrm>
            <a:off x="771483" y="280172"/>
            <a:ext cx="106491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 b="0" i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9pPr>
          </a:lstStyle>
          <a:p/>
        </p:txBody>
      </p:sp>
      <p:sp>
        <p:nvSpPr>
          <p:cNvPr id="170" name="Google Shape;170;g3088bdb9e6b_0_163"/>
          <p:cNvSpPr txBox="1"/>
          <p:nvPr>
            <p:ph idx="1" type="subTitle"/>
          </p:nvPr>
        </p:nvSpPr>
        <p:spPr>
          <a:xfrm>
            <a:off x="1828800" y="3840480"/>
            <a:ext cx="8534400" cy="17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2500"/>
              <a:buNone/>
              <a:defRPr/>
            </a:lvl9pPr>
          </a:lstStyle>
          <a:p/>
        </p:txBody>
      </p:sp>
      <p:sp>
        <p:nvSpPr>
          <p:cNvPr id="171" name="Google Shape;171;g3088bdb9e6b_0_163"/>
          <p:cNvSpPr txBox="1"/>
          <p:nvPr>
            <p:ph idx="11" type="ftr"/>
          </p:nvPr>
        </p:nvSpPr>
        <p:spPr>
          <a:xfrm>
            <a:off x="3756829" y="6592616"/>
            <a:ext cx="4684800" cy="1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1100" u="none" cap="none" strike="noStrike">
                <a:solidFill>
                  <a:srgbClr val="7D7D7D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2" name="Google Shape;172;g3088bdb9e6b_0_163"/>
          <p:cNvSpPr txBox="1"/>
          <p:nvPr>
            <p:ph idx="10" type="dt"/>
          </p:nvPr>
        </p:nvSpPr>
        <p:spPr>
          <a:xfrm>
            <a:off x="609600" y="6377940"/>
            <a:ext cx="2804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3" name="Google Shape;173;g3088bdb9e6b_0_163"/>
          <p:cNvSpPr txBox="1"/>
          <p:nvPr>
            <p:ph idx="12" type="sldNum"/>
          </p:nvPr>
        </p:nvSpPr>
        <p:spPr>
          <a:xfrm>
            <a:off x="8778240" y="6377940"/>
            <a:ext cx="2804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Design">
  <p:cSld name="2_Design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OBJECT_1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088bdb9e6b_0_170"/>
          <p:cNvSpPr txBox="1"/>
          <p:nvPr>
            <p:ph type="ctrTitle"/>
          </p:nvPr>
        </p:nvSpPr>
        <p:spPr>
          <a:xfrm>
            <a:off x="1436989" y="213247"/>
            <a:ext cx="93180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b="0" i="0" sz="5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77" name="Google Shape;177;g3088bdb9e6b_0_170"/>
          <p:cNvSpPr txBox="1"/>
          <p:nvPr>
            <p:ph idx="1" type="subTitle"/>
          </p:nvPr>
        </p:nvSpPr>
        <p:spPr>
          <a:xfrm>
            <a:off x="1828800" y="3840480"/>
            <a:ext cx="85344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lvl="1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lvl="2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lvl="3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lvl="4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lvl="5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lvl="6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lvl="7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lvl="8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178" name="Google Shape;178;g3088bdb9e6b_0_170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900" u="none" cap="none" strike="noStrike">
                <a:solidFill>
                  <a:srgbClr val="7E7E7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9" name="Google Shape;179;g3088bdb9e6b_0_170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0" name="Google Shape;180;g3088bdb9e6b_0_170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088bdb9e6b_0_176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b="0" i="0" sz="5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83" name="Google Shape;183;g3088bdb9e6b_0_176"/>
          <p:cNvSpPr txBox="1"/>
          <p:nvPr>
            <p:ph idx="1" type="body"/>
          </p:nvPr>
        </p:nvSpPr>
        <p:spPr>
          <a:xfrm>
            <a:off x="609600" y="1577340"/>
            <a:ext cx="53037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619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184" name="Google Shape;184;g3088bdb9e6b_0_176"/>
          <p:cNvSpPr txBox="1"/>
          <p:nvPr>
            <p:ph idx="2" type="body"/>
          </p:nvPr>
        </p:nvSpPr>
        <p:spPr>
          <a:xfrm>
            <a:off x="6278880" y="1577340"/>
            <a:ext cx="53037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619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185" name="Google Shape;185;g3088bdb9e6b_0_176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900" u="none" cap="none" strike="noStrike">
                <a:solidFill>
                  <a:srgbClr val="7E7E7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6" name="Google Shape;186;g3088bdb9e6b_0_176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7" name="Google Shape;187;g3088bdb9e6b_0_176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">
  <p:cSld name="1_Blank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088bdb9e6b_0_183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900" u="none" cap="none" strike="noStrike">
                <a:solidFill>
                  <a:srgbClr val="7E7E7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0" name="Google Shape;190;g3088bdb9e6b_0_183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1" name="Google Shape;191;g3088bdb9e6b_0_183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088bdb9e6b_0_187"/>
          <p:cNvSpPr txBox="1"/>
          <p:nvPr>
            <p:ph type="ctrTitle"/>
          </p:nvPr>
        </p:nvSpPr>
        <p:spPr>
          <a:xfrm>
            <a:off x="914400" y="685800"/>
            <a:ext cx="10363200" cy="2127300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900" spcFirstLastPara="1" rIns="121900" wrap="square" tIns="609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5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OBJECT_2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088bdb9e6b_0_189"/>
          <p:cNvSpPr txBox="1"/>
          <p:nvPr>
            <p:ph type="title"/>
          </p:nvPr>
        </p:nvSpPr>
        <p:spPr>
          <a:xfrm>
            <a:off x="609600" y="277812"/>
            <a:ext cx="10972800" cy="576300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900" spcFirstLastPara="1" rIns="121900" wrap="square" tIns="609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196" name="Google Shape;196;g3088bdb9e6b_0_189"/>
          <p:cNvSpPr txBox="1"/>
          <p:nvPr>
            <p:ph idx="1" type="body"/>
          </p:nvPr>
        </p:nvSpPr>
        <p:spPr>
          <a:xfrm>
            <a:off x="1075267" y="1233487"/>
            <a:ext cx="10972800" cy="45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>
            <a:lvl1pPr indent="-3683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200"/>
              <a:buChar char="●"/>
              <a:defRPr/>
            </a:lvl1pPr>
            <a:lvl2pPr indent="-34925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900"/>
              <a:buChar char="●"/>
              <a:defRPr/>
            </a:lvl2pPr>
            <a:lvl3pPr indent="-3429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4"/>
              <a:defRPr/>
            </a:lvl3pPr>
            <a:lvl4pPr indent="-3429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088bdb9e6b_0_192"/>
          <p:cNvSpPr txBox="1"/>
          <p:nvPr>
            <p:ph type="title"/>
          </p:nvPr>
        </p:nvSpPr>
        <p:spPr>
          <a:xfrm>
            <a:off x="609600" y="277815"/>
            <a:ext cx="10972800" cy="576300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900" spcFirstLastPara="1" rIns="121900" wrap="square" tIns="609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199" name="Google Shape;199;g3088bdb9e6b_0_192"/>
          <p:cNvSpPr txBox="1"/>
          <p:nvPr>
            <p:ph idx="1" type="body"/>
          </p:nvPr>
        </p:nvSpPr>
        <p:spPr>
          <a:xfrm>
            <a:off x="1075267" y="1233491"/>
            <a:ext cx="5384700" cy="45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>
            <a:lvl1pPr indent="-3683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200"/>
              <a:buChar char="●"/>
              <a:defRPr/>
            </a:lvl1pPr>
            <a:lvl2pPr indent="-34925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900"/>
              <a:buChar char="●"/>
              <a:defRPr/>
            </a:lvl2pPr>
            <a:lvl3pPr indent="-3429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4"/>
              <a:defRPr/>
            </a:lvl3pPr>
            <a:lvl4pPr indent="-3429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/>
        </p:txBody>
      </p:sp>
      <p:sp>
        <p:nvSpPr>
          <p:cNvPr id="200" name="Google Shape;200;g3088bdb9e6b_0_192"/>
          <p:cNvSpPr txBox="1"/>
          <p:nvPr>
            <p:ph idx="2" type="body"/>
          </p:nvPr>
        </p:nvSpPr>
        <p:spPr>
          <a:xfrm>
            <a:off x="6663267" y="1233491"/>
            <a:ext cx="5384700" cy="45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>
            <a:lvl1pPr indent="-3683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200"/>
              <a:buChar char="●"/>
              <a:defRPr/>
            </a:lvl1pPr>
            <a:lvl2pPr indent="-34925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900"/>
              <a:buChar char="●"/>
              <a:defRPr/>
            </a:lvl2pPr>
            <a:lvl3pPr indent="-3429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4"/>
              <a:defRPr/>
            </a:lvl3pPr>
            <a:lvl4pPr indent="-3429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20" Type="http://schemas.openxmlformats.org/officeDocument/2006/relationships/slideLayout" Target="../slideLayouts/slideLayout1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43" Type="http://schemas.openxmlformats.org/officeDocument/2006/relationships/theme" Target="../theme/theme1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29" Type="http://schemas.openxmlformats.org/officeDocument/2006/relationships/slideLayout" Target="../slideLayouts/slideLayout28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0.xml"/><Relationship Id="rId33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9.xml"/><Relationship Id="rId32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12.xml"/><Relationship Id="rId35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11.xml"/><Relationship Id="rId34" Type="http://schemas.openxmlformats.org/officeDocument/2006/relationships/slideLayout" Target="../slideLayouts/slideLayout33.xml"/><Relationship Id="rId15" Type="http://schemas.openxmlformats.org/officeDocument/2006/relationships/slideLayout" Target="../slideLayouts/slideLayout14.xml"/><Relationship Id="rId37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13.xml"/><Relationship Id="rId36" Type="http://schemas.openxmlformats.org/officeDocument/2006/relationships/slideLayout" Target="../slideLayouts/slideLayout35.xml"/><Relationship Id="rId17" Type="http://schemas.openxmlformats.org/officeDocument/2006/relationships/slideLayout" Target="../slideLayouts/slideLayout16.xml"/><Relationship Id="rId39" Type="http://schemas.openxmlformats.org/officeDocument/2006/relationships/slideLayout" Target="../slideLayouts/slideLayout38.xml"/><Relationship Id="rId16" Type="http://schemas.openxmlformats.org/officeDocument/2006/relationships/slideLayout" Target="../slideLayouts/slideLayout15.xml"/><Relationship Id="rId38" Type="http://schemas.openxmlformats.org/officeDocument/2006/relationships/slideLayout" Target="../slideLayouts/slideLayout37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088bdb9e6b_0_0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62475" lIns="162475" spcFirstLastPara="1" rIns="162475" wrap="square" tIns="16247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Arial"/>
              <a:buNone/>
              <a:defRPr b="0" i="0" sz="4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Arial"/>
              <a:buNone/>
              <a:defRPr b="0" i="0" sz="4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Arial"/>
              <a:buNone/>
              <a:defRPr b="0" i="0" sz="4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Arial"/>
              <a:buNone/>
              <a:defRPr b="0" i="0" sz="4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Arial"/>
              <a:buNone/>
              <a:defRPr b="0" i="0" sz="4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Arial"/>
              <a:buNone/>
              <a:defRPr b="0" i="0" sz="4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Arial"/>
              <a:buNone/>
              <a:defRPr b="0" i="0" sz="4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Arial"/>
              <a:buNone/>
              <a:defRPr b="0" i="0" sz="4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Arial"/>
              <a:buNone/>
              <a:defRPr b="0" i="0" sz="4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g3088bdb9e6b_0_0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62475" lIns="162475" spcFirstLastPara="1" rIns="162475" wrap="square" tIns="162475">
            <a:normAutofit/>
          </a:bodyPr>
          <a:lstStyle>
            <a:lvl1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Char char="●"/>
              <a:defRPr b="0" i="0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73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Arial"/>
              <a:buChar char="○"/>
              <a:defRPr b="0" i="0" sz="2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73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Arial"/>
              <a:buChar char="■"/>
              <a:defRPr b="0" i="0" sz="2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873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Arial"/>
              <a:buChar char="●"/>
              <a:defRPr b="0" i="0" sz="2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873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Arial"/>
              <a:buChar char="○"/>
              <a:defRPr b="0" i="0" sz="2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873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Arial"/>
              <a:buChar char="■"/>
              <a:defRPr b="0" i="0" sz="2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873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Arial"/>
              <a:buChar char="●"/>
              <a:defRPr b="0" i="0" sz="2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873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Arial"/>
              <a:buChar char="○"/>
              <a:defRPr b="0" i="0" sz="2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873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Arial"/>
              <a:buChar char="■"/>
              <a:defRPr b="0" i="0" sz="2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g3088bdb9e6b_0_0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475" lIns="162475" spcFirstLastPara="1" rIns="162475" wrap="square" tIns="162475">
            <a:normAutofit fontScale="92500" lnSpcReduction="20000"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" name="Google Shape;9;g3088bdb9e6b_0_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9867500" y="5949"/>
            <a:ext cx="1701282" cy="65925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20.png"/><Relationship Id="rId5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925" y="652150"/>
            <a:ext cx="11890149" cy="5933001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"/>
          <p:cNvSpPr txBox="1"/>
          <p:nvPr/>
        </p:nvSpPr>
        <p:spPr>
          <a:xfrm>
            <a:off x="1170039" y="3883742"/>
            <a:ext cx="131752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Upload the CSV File</a:t>
            </a:r>
            <a:endParaRPr/>
          </a:p>
        </p:txBody>
      </p:sp>
      <p:cxnSp>
        <p:nvCxnSpPr>
          <p:cNvPr id="207" name="Google Shape;207;p1"/>
          <p:cNvCxnSpPr/>
          <p:nvPr/>
        </p:nvCxnSpPr>
        <p:spPr>
          <a:xfrm flipH="1" rot="10800000">
            <a:off x="2035277" y="3578942"/>
            <a:ext cx="137652" cy="30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650" y="891500"/>
            <a:ext cx="11464498" cy="6197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5243" y="834390"/>
            <a:ext cx="11721505" cy="56732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6644" y="0"/>
            <a:ext cx="8101781" cy="68813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3809" y="915775"/>
            <a:ext cx="10317015" cy="37914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61408" y="753587"/>
            <a:ext cx="6706181" cy="12802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252361" y="0"/>
            <a:ext cx="5997460" cy="6652837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6"/>
          <p:cNvSpPr txBox="1"/>
          <p:nvPr/>
        </p:nvSpPr>
        <p:spPr>
          <a:xfrm>
            <a:off x="6253316" y="2694039"/>
            <a:ext cx="3883742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Take the First record from </a:t>
            </a:r>
            <a:r>
              <a:rPr b="1" lang="en-US" sz="1800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x_test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predict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it individually using the classifier it check whether it’s getting the corresponding </a:t>
            </a:r>
            <a:r>
              <a:rPr b="1" lang="en-US" sz="1800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value.</a:t>
            </a:r>
            <a:endParaRPr/>
          </a:p>
        </p:txBody>
      </p:sp>
      <p:cxnSp>
        <p:nvCxnSpPr>
          <p:cNvPr id="235" name="Google Shape;235;p6"/>
          <p:cNvCxnSpPr/>
          <p:nvPr/>
        </p:nvCxnSpPr>
        <p:spPr>
          <a:xfrm rot="10800000">
            <a:off x="5102942" y="1877961"/>
            <a:ext cx="3982064" cy="104222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36" name="Google Shape;236;p6"/>
          <p:cNvCxnSpPr/>
          <p:nvPr/>
        </p:nvCxnSpPr>
        <p:spPr>
          <a:xfrm rot="10800000">
            <a:off x="6453820" y="1280271"/>
            <a:ext cx="1687290" cy="2416658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id="237" name="Google Shape;237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88613" y="4252503"/>
            <a:ext cx="5639289" cy="1310754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6"/>
          <p:cNvSpPr txBox="1"/>
          <p:nvPr/>
        </p:nvSpPr>
        <p:spPr>
          <a:xfrm>
            <a:off x="6066503" y="5919019"/>
            <a:ext cx="301850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While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predicting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iam getting the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same output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expected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323" y="63909"/>
            <a:ext cx="12632726" cy="6730181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7"/>
          <p:cNvSpPr txBox="1"/>
          <p:nvPr/>
        </p:nvSpPr>
        <p:spPr>
          <a:xfrm>
            <a:off x="5732207" y="213722"/>
            <a:ext cx="6096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reshapes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1800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y_pred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into a 2D array with </a:t>
            </a:r>
            <a:r>
              <a:rPr b="1" lang="en-US" sz="1800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len(y_pred)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rows and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column.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5279923" y="2632856"/>
            <a:ext cx="6472543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reshapes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</a:t>
            </a:r>
            <a:r>
              <a:rPr b="1" i="0" lang="en-US" sz="18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test labels 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into the same shape (a column vector with </a:t>
            </a:r>
            <a:r>
              <a:rPr b="1" i="0" lang="en-US" sz="18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Arimo"/>
                <a:ea typeface="Arimo"/>
                <a:cs typeface="Arimo"/>
                <a:sym typeface="Arimo"/>
              </a:rPr>
              <a:t>len(y_test)</a:t>
            </a:r>
            <a:r>
              <a:rPr b="1" i="0" lang="en-US" sz="18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rows).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6" name="Google Shape;246;p7"/>
          <p:cNvCxnSpPr/>
          <p:nvPr/>
        </p:nvCxnSpPr>
        <p:spPr>
          <a:xfrm>
            <a:off x="6971071" y="580103"/>
            <a:ext cx="0" cy="1383342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47" name="Google Shape;247;p7"/>
          <p:cNvCxnSpPr/>
          <p:nvPr/>
        </p:nvCxnSpPr>
        <p:spPr>
          <a:xfrm flipH="1" rot="10800000">
            <a:off x="7438104" y="2179755"/>
            <a:ext cx="2684206" cy="819084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48" name="Google Shape;248;p7"/>
          <p:cNvSpPr/>
          <p:nvPr/>
        </p:nvSpPr>
        <p:spPr>
          <a:xfrm>
            <a:off x="5732207" y="4655180"/>
            <a:ext cx="6636775" cy="12003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Times New Roman"/>
              <a:buNone/>
            </a:pPr>
            <a:r>
              <a:rPr b="1"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Second Argument 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nsures that the arrays are concatenated (column-wise), meaning the </a:t>
            </a:r>
            <a:r>
              <a:rPr b="1" i="0" lang="en-US" sz="1800" u="none" cap="none" strike="noStrike">
                <a:solidFill>
                  <a:schemeClr val="dk1"/>
                </a:solidFill>
                <a:highlight>
                  <a:srgbClr val="00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predicted labels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(y_pred) 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the </a:t>
            </a:r>
            <a:r>
              <a:rPr b="1" i="0" lang="en-US" sz="1800" u="none" cap="none" strike="noStrike">
                <a:solidFill>
                  <a:schemeClr val="dk1"/>
                </a:solidFill>
                <a:highlight>
                  <a:srgbClr val="00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actual labels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(y_test) 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are placed </a:t>
            </a:r>
            <a:r>
              <a:rPr b="1" i="0" lang="en-US" sz="18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side by side</a:t>
            </a:r>
            <a:r>
              <a:rPr b="1" i="0" lang="en-US" sz="14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/>
          </a:p>
        </p:txBody>
      </p:sp>
      <p:cxnSp>
        <p:nvCxnSpPr>
          <p:cNvPr id="249" name="Google Shape;249;p7"/>
          <p:cNvCxnSpPr/>
          <p:nvPr/>
        </p:nvCxnSpPr>
        <p:spPr>
          <a:xfrm flipH="1" rot="10800000">
            <a:off x="7492181" y="2153265"/>
            <a:ext cx="4994787" cy="2713703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5961" y="487025"/>
            <a:ext cx="10552966" cy="4724072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8"/>
          <p:cNvSpPr txBox="1"/>
          <p:nvPr/>
        </p:nvSpPr>
        <p:spPr>
          <a:xfrm>
            <a:off x="7413522" y="4333934"/>
            <a:ext cx="4182517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Confusion Matrix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shows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65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correct prediction of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incorrect prediction of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incorrect prediction of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24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correct prediction of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8"/>
          <p:cNvSpPr txBox="1"/>
          <p:nvPr/>
        </p:nvSpPr>
        <p:spPr>
          <a:xfrm>
            <a:off x="2526890" y="5919019"/>
            <a:ext cx="191729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Accuracy is </a:t>
            </a:r>
            <a:r>
              <a:rPr b="1" lang="en-US" sz="1800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89%</a:t>
            </a:r>
            <a:endParaRPr b="1" sz="1800">
              <a:solidFill>
                <a:schemeClr val="dk1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7" name="Google Shape;257;p8"/>
          <p:cNvCxnSpPr/>
          <p:nvPr/>
        </p:nvCxnSpPr>
        <p:spPr>
          <a:xfrm flipH="1" rot="10800000">
            <a:off x="3274142" y="5053781"/>
            <a:ext cx="2389239" cy="1034479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58" name="Google Shape;258;p8"/>
          <p:cNvCxnSpPr/>
          <p:nvPr/>
        </p:nvCxnSpPr>
        <p:spPr>
          <a:xfrm rot="10800000">
            <a:off x="6420465" y="4483510"/>
            <a:ext cx="1209367" cy="137651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0223" y="662084"/>
            <a:ext cx="10805649" cy="3038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30992" y="2031937"/>
            <a:ext cx="6410632" cy="48260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2024-09-30T07:50:54Z</dcterms:created>
  <dc:creator>jagadishdell@outlook.com</dc:creator>
</cp:coreProperties>
</file>