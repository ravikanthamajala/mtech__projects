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Tahoma"/>
      <p:regular r:id="rId13"/>
      <p:bold r:id="rId14"/>
    </p:embeddedFon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J+U79a8suMRxzc/FgS3ZW0dA2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22" Type="http://schemas.openxmlformats.org/officeDocument/2006/relationships/font" Target="fonts/HelveticaNeueLight-boldItalic.fntdata"/><Relationship Id="rId21" Type="http://schemas.openxmlformats.org/officeDocument/2006/relationships/font" Target="fonts/HelveticaNeueLight-italic.fntdata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Tahoma-regular.fntdata"/><Relationship Id="rId12" Type="http://schemas.openxmlformats.org/officeDocument/2006/relationships/slide" Target="slides/slide8.xml"/><Relationship Id="rId15" Type="http://schemas.openxmlformats.org/officeDocument/2006/relationships/font" Target="fonts/HelveticaNeue-regular.fntdata"/><Relationship Id="rId14" Type="http://schemas.openxmlformats.org/officeDocument/2006/relationships/font" Target="fonts/Tahoma-bold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19" Type="http://schemas.openxmlformats.org/officeDocument/2006/relationships/font" Target="fonts/HelveticaNeueLight-regular.fntdata"/><Relationship Id="rId18" Type="http://schemas.openxmlformats.org/officeDocument/2006/relationships/font" Target="fonts/HelveticaNeue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088bb3d2fd_0_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2" name="Google Shape;12;g3088bb3d2fd_0_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/>
        </p:txBody>
      </p:sp>
      <p:sp>
        <p:nvSpPr>
          <p:cNvPr id="13" name="Google Shape;13;g3088bb3d2fd_0_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088bb3d2fd_0_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6" name="Google Shape;16;g3088bb3d2fd_0_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">
  <p:cSld name="TITLE_AND_BODY_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88bb3d2fd_0_12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g3088bb3d2fd_0_1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" name="Google Shape;20;g3088bb3d2fd_0_12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1" name="Google Shape;21;g3088bb3d2fd_0_1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088bb3d2fd_0_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4" name="Google Shape;24;g3088bb3d2fd_0_17"/>
          <p:cNvPicPr preferRelativeResize="0"/>
          <p:nvPr/>
        </p:nvPicPr>
        <p:blipFill rotWithShape="1">
          <a:blip r:embed="rId2">
            <a:alphaModFix/>
          </a:blip>
          <a:srcRect b="4686" l="11594" r="10689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088bb3d2fd_0_17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6" name="Google Shape;26;g3088bb3d2fd_0_17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&amp;A">
  <p:cSld name="2_Design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88bb3d2fd_0_22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29" name="Google Shape;29;g3088bb3d2fd_0_22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g3088bb3d2fd_0_22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1" name="Google Shape;31;g3088bb3d2fd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088bb3d2fd_0_22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3" name="Google Shape;33;g3088bb3d2fd_0_2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  <p:pic>
        <p:nvPicPr>
          <p:cNvPr id="34" name="Google Shape;34;g3088bb3d2fd_0_22"/>
          <p:cNvPicPr preferRelativeResize="0"/>
          <p:nvPr/>
        </p:nvPicPr>
        <p:blipFill rotWithShape="1">
          <a:blip r:embed="rId3">
            <a:alphaModFix/>
          </a:blip>
          <a:srcRect b="22683" l="0" r="0" t="17385"/>
          <a:stretch/>
        </p:blipFill>
        <p:spPr>
          <a:xfrm>
            <a:off x="747233" y="392667"/>
            <a:ext cx="1741234" cy="1043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g3088bb3d2fd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77633" y="-7700"/>
            <a:ext cx="3048000" cy="13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1">
  <p:cSld name="TITLE_AND_TWO_COLUMNS_2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088bb3d2fd_0_31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8" name="Google Shape;38;g3088bb3d2fd_0_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" name="Google Shape;39;g3088bb3d2fd_0_3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088bb3d2fd_0_31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41" name="Google Shape;41;g3088bb3d2fd_0_31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088bb3d2fd_0_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" name="Google Shape;44;g3088bb3d2fd_0_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5" name="Google Shape;45;g3088bb3d2fd_0_3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3">
  <p:cSld name="TITLE_AND_BODY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088bb3d2fd_0_41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8" name="Google Shape;48;g3088bb3d2fd_0_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9" name="Google Shape;49;g3088bb3d2fd_0_41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0" name="Google Shape;50;g3088bb3d2fd_0_4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2">
  <p:cSld name="TITLE_ONLY_3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88bb3d2fd_0_4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" name="Google Shape;53;g3088bb3d2fd_0_46"/>
          <p:cNvPicPr preferRelativeResize="0"/>
          <p:nvPr/>
        </p:nvPicPr>
        <p:blipFill rotWithShape="1">
          <a:blip r:embed="rId2">
            <a:alphaModFix/>
          </a:blip>
          <a:srcRect b="23340" l="18269" r="27373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088bb3d2fd_0_46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55" name="Google Shape;55;g3088bb3d2fd_0_46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088bb3d2fd_0_51"/>
          <p:cNvGrpSpPr/>
          <p:nvPr/>
        </p:nvGrpSpPr>
        <p:grpSpPr>
          <a:xfrm>
            <a:off x="0" y="0"/>
            <a:ext cx="507987" cy="1828754"/>
            <a:chOff x="0" y="0"/>
            <a:chExt cx="381000" cy="1371600"/>
          </a:xfrm>
        </p:grpSpPr>
        <p:sp>
          <p:nvSpPr>
            <p:cNvPr id="58" name="Google Shape;58;g3088bb3d2fd_0_51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g3088bb3d2fd_0_51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0" name="Google Shape;60;g3088bb3d2fd_0_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25033" y="138533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g3088bb3d2fd_0_51"/>
          <p:cNvPicPr preferRelativeResize="0"/>
          <p:nvPr/>
        </p:nvPicPr>
        <p:blipFill rotWithShape="1">
          <a:blip r:embed="rId3">
            <a:alphaModFix/>
          </a:blip>
          <a:srcRect b="8175" l="0" r="12633" t="14764"/>
          <a:stretch/>
        </p:blipFill>
        <p:spPr>
          <a:xfrm>
            <a:off x="562700" y="425333"/>
            <a:ext cx="1839710" cy="978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088bb3d2fd_0_51"/>
          <p:cNvSpPr txBox="1"/>
          <p:nvPr>
            <p:ph idx="1" type="subTitle"/>
          </p:nvPr>
        </p:nvSpPr>
        <p:spPr>
          <a:xfrm>
            <a:off x="562700" y="1299900"/>
            <a:ext cx="71217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3" name="Google Shape;63;g3088bb3d2fd_0_51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 2">
  <p:cSld name="TITLE_AND_TWO_COLUMNS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088bb3d2fd_0_59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g3088bb3d2fd_0_5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7" name="Google Shape;67;g3088bb3d2fd_0_59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8" name="Google Shape;68;g3088bb3d2fd_0_59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69" name="Google Shape;69;g3088bb3d2fd_0_59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Thank you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88bb3d2fd_0_65"/>
          <p:cNvSpPr txBox="1"/>
          <p:nvPr/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IN" sz="6900" u="none" cap="none" strike="noStrike">
                <a:solidFill>
                  <a:srgbClr val="365F9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</a:t>
            </a:r>
            <a:r>
              <a:rPr b="0" i="0" lang="en-IN" sz="6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IN" sz="6900" u="none" cap="none" strike="noStrike">
                <a:solidFill>
                  <a:srgbClr val="039BE5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you!</a:t>
            </a:r>
            <a:endParaRPr b="0" i="0" sz="6900" u="none" cap="none" strike="noStrike">
              <a:solidFill>
                <a:srgbClr val="999999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2" name="Google Shape;72;g3088bb3d2fd_0_65"/>
          <p:cNvSpPr txBox="1"/>
          <p:nvPr/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IN" sz="3700" u="none" cap="none" strike="noStrike">
                <a:solidFill>
                  <a:srgbClr val="59595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Happy Learning :)</a:t>
            </a:r>
            <a:endParaRPr b="0" i="0" sz="3700" u="none" cap="none" strike="noStrike">
              <a:solidFill>
                <a:srgbClr val="59595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1">
  <p:cSld name="Slide - Content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88bb3d2fd_0_6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5" name="Google Shape;75;g3088bb3d2fd_0_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6" name="Google Shape;76;g3088bb3d2fd_0_6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77" name="Google Shape;77;g3088bb3d2fd_0_6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1">
  <p:cSld name="Section Divider 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88bb3d2fd_0_7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0" name="Google Shape;80;g3088bb3d2fd_0_7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088bb3d2fd_0_76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83" name="Google Shape;83;g3088bb3d2fd_0_76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4" name="Google Shape;84;g3088bb3d2fd_0_7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088bb3d2fd_0_7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g3088bb3d2fd_0_76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 1">
  <p:cSld name="Please Note Slide 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88bb3d2fd_0_8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9" name="Google Shape;89;g3088bb3d2fd_0_82"/>
          <p:cNvPicPr preferRelativeResize="0"/>
          <p:nvPr/>
        </p:nvPicPr>
        <p:blipFill rotWithShape="1">
          <a:blip r:embed="rId2">
            <a:alphaModFix/>
          </a:blip>
          <a:srcRect b="4687" l="11594" r="10690" t="4093"/>
          <a:stretch/>
        </p:blipFill>
        <p:spPr>
          <a:xfrm>
            <a:off x="562700" y="217267"/>
            <a:ext cx="1258733" cy="108263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088bb3d2fd_0_82"/>
          <p:cNvSpPr txBox="1"/>
          <p:nvPr>
            <p:ph idx="1" type="subTitle"/>
          </p:nvPr>
        </p:nvSpPr>
        <p:spPr>
          <a:xfrm>
            <a:off x="562700" y="1299900"/>
            <a:ext cx="7121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91" name="Google Shape;91;g3088bb3d2fd_0_82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4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88bb3d2fd_0_87"/>
          <p:cNvSpPr txBox="1"/>
          <p:nvPr>
            <p:ph type="title"/>
          </p:nvPr>
        </p:nvSpPr>
        <p:spPr>
          <a:xfrm>
            <a:off x="1047733" y="628659"/>
            <a:ext cx="93900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94" name="Google Shape;94;g3088bb3d2fd_0_87"/>
          <p:cNvSpPr txBox="1"/>
          <p:nvPr>
            <p:ph idx="1" type="body"/>
          </p:nvPr>
        </p:nvSpPr>
        <p:spPr>
          <a:xfrm>
            <a:off x="2879955" y="2792019"/>
            <a:ext cx="7520100" cy="21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5" name="Google Shape;95;g3088bb3d2fd_0_8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g3088bb3d2fd_0_8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g3088bb3d2fd_0_87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088bb3d2fd_0_93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g3088bb3d2fd_0_9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g3088bb3d2fd_0_9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2" name="Google Shape;102;g3088bb3d2fd_0_9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 1">
  <p:cSld name="DIY Slide 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88bb3d2fd_0_9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05" name="Google Shape;105;g3088bb3d2fd_0_98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088bb3d2fd_0_98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07" name="Google Shape;107;g3088bb3d2fd_0_98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88bb3d2fd_0_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10" name="Google Shape;110;g3088bb3d2fd_0_103"/>
          <p:cNvPicPr preferRelativeResize="0"/>
          <p:nvPr/>
        </p:nvPicPr>
        <p:blipFill rotWithShape="1">
          <a:blip r:embed="rId2">
            <a:alphaModFix/>
          </a:blip>
          <a:srcRect b="23340" l="18269" r="27372" t="18234"/>
          <a:stretch/>
        </p:blipFill>
        <p:spPr>
          <a:xfrm>
            <a:off x="562700" y="400067"/>
            <a:ext cx="1423131" cy="89983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088bb3d2fd_0_103"/>
          <p:cNvSpPr txBox="1"/>
          <p:nvPr>
            <p:ph idx="1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2" name="Google Shape;112;g3088bb3d2fd_0_103"/>
          <p:cNvSpPr txBox="1"/>
          <p:nvPr>
            <p:ph idx="2" type="body"/>
          </p:nvPr>
        </p:nvSpPr>
        <p:spPr>
          <a:xfrm>
            <a:off x="562700" y="2095600"/>
            <a:ext cx="97773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619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88bb3d2fd_0_108"/>
          <p:cNvSpPr txBox="1"/>
          <p:nvPr>
            <p:ph idx="1" type="body"/>
          </p:nvPr>
        </p:nvSpPr>
        <p:spPr>
          <a:xfrm>
            <a:off x="6579967" y="2095600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15" name="Google Shape;115;g3088bb3d2fd_0_10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6" name="Google Shape;116;g3088bb3d2fd_0_108"/>
          <p:cNvSpPr txBox="1"/>
          <p:nvPr>
            <p:ph type="title"/>
          </p:nvPr>
        </p:nvSpPr>
        <p:spPr>
          <a:xfrm>
            <a:off x="562700" y="593367"/>
            <a:ext cx="8985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g3088bb3d2fd_0_108"/>
          <p:cNvSpPr txBox="1"/>
          <p:nvPr>
            <p:ph idx="2" type="subTitle"/>
          </p:nvPr>
        </p:nvSpPr>
        <p:spPr>
          <a:xfrm>
            <a:off x="562700" y="1299900"/>
            <a:ext cx="712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9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118" name="Google Shape;118;g3088bb3d2fd_0_108"/>
          <p:cNvSpPr txBox="1"/>
          <p:nvPr>
            <p:ph idx="3" type="body"/>
          </p:nvPr>
        </p:nvSpPr>
        <p:spPr>
          <a:xfrm>
            <a:off x="562700" y="2095600"/>
            <a:ext cx="5333100" cy="39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88bb3d2fd_0_11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88bb3d2fd_0_11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3" name="Google Shape;123;g3088bb3d2fd_0_11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24" name="Google Shape;124;g3088bb3d2fd_0_11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88bb3d2fd_0_12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27" name="Google Shape;127;g3088bb3d2fd_0_1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8" name="Google Shape;128;g3088bb3d2fd_0_1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873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5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29" name="Google Shape;129;g3088bb3d2fd_0_12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88bb3d2fd_0_1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2" name="Google Shape;132;g3088bb3d2fd_0_1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88bb3d2fd_0_12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35" name="Google Shape;135;g3088bb3d2fd_0_12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619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indent="-3619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indent="-3619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indent="-3619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indent="-3619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indent="-3619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indent="-3619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indent="-3619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136" name="Google Shape;136;g3088bb3d2fd_0_1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88bb3d2fd_0_132"/>
          <p:cNvSpPr txBox="1"/>
          <p:nvPr>
            <p:ph type="title"/>
          </p:nvPr>
        </p:nvSpPr>
        <p:spPr>
          <a:xfrm>
            <a:off x="653667" y="600200"/>
            <a:ext cx="8490300" cy="54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39" name="Google Shape;139;g3088bb3d2fd_0_13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88bb3d2fd_0_13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62475" lIns="162475" spcFirstLastPara="1" rIns="162475" wrap="square" tIns="162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088bb3d2fd_0_13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9pPr>
          </a:lstStyle>
          <a:p/>
        </p:txBody>
      </p:sp>
      <p:sp>
        <p:nvSpPr>
          <p:cNvPr id="143" name="Google Shape;143;g3088bb3d2fd_0_13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4" name="Google Shape;144;g3088bb3d2fd_0_13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45" name="Google Shape;145;g3088bb3d2fd_0_13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88bb3d2fd_0_14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148" name="Google Shape;148;g3088bb3d2fd_0_14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88bb3d2fd_0_14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62475" lIns="162475" spcFirstLastPara="1" rIns="162475" wrap="square" tIns="162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300"/>
              <a:buNone/>
              <a:defRPr sz="21300"/>
            </a:lvl9pPr>
          </a:lstStyle>
          <a:p>
            <a:r>
              <a:t>xx%</a:t>
            </a:r>
          </a:p>
        </p:txBody>
      </p:sp>
      <p:sp>
        <p:nvSpPr>
          <p:cNvPr id="151" name="Google Shape;151;g3088bb3d2fd_0_14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52" name="Google Shape;152;g3088bb3d2fd_0_144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88bb3d2fd_0_148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55" name="Google Shape;155;g3088bb3d2fd_0_148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088bb3d2fd_0_148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088bb3d2fd_0_148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88bb3d2fd_0_153"/>
          <p:cNvSpPr txBox="1"/>
          <p:nvPr>
            <p:ph type="title"/>
          </p:nvPr>
        </p:nvSpPr>
        <p:spPr>
          <a:xfrm>
            <a:off x="4851400" y="3091021"/>
            <a:ext cx="24891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 sz="5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60" name="Google Shape;160;g3088bb3d2fd_0_153"/>
          <p:cNvSpPr txBox="1"/>
          <p:nvPr>
            <p:ph idx="1" type="body"/>
          </p:nvPr>
        </p:nvSpPr>
        <p:spPr>
          <a:xfrm>
            <a:off x="5758687" y="2569339"/>
            <a:ext cx="61755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61" name="Google Shape;161;g3088bb3d2fd_0_15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088bb3d2fd_0_15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088bb3d2fd_0_15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088bb3d2fd_0_159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" name="Google Shape;166;g3088bb3d2fd_0_159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g3088bb3d2fd_0_159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88bb3d2fd_0_163"/>
          <p:cNvSpPr txBox="1"/>
          <p:nvPr>
            <p:ph type="ctrTitle"/>
          </p:nvPr>
        </p:nvSpPr>
        <p:spPr>
          <a:xfrm>
            <a:off x="771483" y="280172"/>
            <a:ext cx="10649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70" name="Google Shape;170;g3088bb3d2fd_0_163"/>
          <p:cNvSpPr txBox="1"/>
          <p:nvPr>
            <p:ph idx="1" type="subTitle"/>
          </p:nvPr>
        </p:nvSpPr>
        <p:spPr>
          <a:xfrm>
            <a:off x="1828800" y="3840480"/>
            <a:ext cx="8534400" cy="17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2500"/>
              <a:buNone/>
              <a:defRPr/>
            </a:lvl9pPr>
          </a:lstStyle>
          <a:p/>
        </p:txBody>
      </p:sp>
      <p:sp>
        <p:nvSpPr>
          <p:cNvPr id="171" name="Google Shape;171;g3088bb3d2fd_0_163"/>
          <p:cNvSpPr txBox="1"/>
          <p:nvPr>
            <p:ph idx="11" type="ftr"/>
          </p:nvPr>
        </p:nvSpPr>
        <p:spPr>
          <a:xfrm>
            <a:off x="3756829" y="6592616"/>
            <a:ext cx="46848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11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g3088bb3d2fd_0_16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g3088bb3d2fd_0_163"/>
          <p:cNvSpPr txBox="1"/>
          <p:nvPr>
            <p:ph idx="12" type="sldNum"/>
          </p:nvPr>
        </p:nvSpPr>
        <p:spPr>
          <a:xfrm>
            <a:off x="8778240" y="6377940"/>
            <a:ext cx="2804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88bb3d2fd_0_170"/>
          <p:cNvSpPr txBox="1"/>
          <p:nvPr>
            <p:ph type="ctrTitle"/>
          </p:nvPr>
        </p:nvSpPr>
        <p:spPr>
          <a:xfrm>
            <a:off x="1436989" y="213247"/>
            <a:ext cx="9318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7" name="Google Shape;177;g3088bb3d2fd_0_170"/>
          <p:cNvSpPr txBox="1"/>
          <p:nvPr>
            <p:ph idx="1" type="subTitle"/>
          </p:nvPr>
        </p:nvSpPr>
        <p:spPr>
          <a:xfrm>
            <a:off x="1828800" y="3840480"/>
            <a:ext cx="8534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8" name="Google Shape;178;g3088bb3d2fd_0_17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g3088bb3d2fd_0_17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g3088bb3d2fd_0_17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88bb3d2fd_0_1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5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3" name="Google Shape;183;g3088bb3d2fd_0_176"/>
          <p:cNvSpPr txBox="1"/>
          <p:nvPr>
            <p:ph idx="1" type="body"/>
          </p:nvPr>
        </p:nvSpPr>
        <p:spPr>
          <a:xfrm>
            <a:off x="60960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4" name="Google Shape;184;g3088bb3d2fd_0_176"/>
          <p:cNvSpPr txBox="1"/>
          <p:nvPr>
            <p:ph idx="2" type="body"/>
          </p:nvPr>
        </p:nvSpPr>
        <p:spPr>
          <a:xfrm>
            <a:off x="6278880" y="1577340"/>
            <a:ext cx="53037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85" name="Google Shape;185;g3088bb3d2fd_0_17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g3088bb3d2fd_0_17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g3088bb3d2fd_0_17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88bb3d2fd_0_18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9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g3088bb3d2fd_0_18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g3088bb3d2fd_0_18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88bb3d2fd_0_187"/>
          <p:cNvSpPr txBox="1"/>
          <p:nvPr>
            <p:ph type="ctrTitle"/>
          </p:nvPr>
        </p:nvSpPr>
        <p:spPr>
          <a:xfrm>
            <a:off x="914400" y="685800"/>
            <a:ext cx="103632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5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088bb3d2fd_0_189"/>
          <p:cNvSpPr txBox="1"/>
          <p:nvPr>
            <p:ph type="title"/>
          </p:nvPr>
        </p:nvSpPr>
        <p:spPr>
          <a:xfrm>
            <a:off x="609600" y="277812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6" name="Google Shape;196;g3088bb3d2fd_0_189"/>
          <p:cNvSpPr txBox="1"/>
          <p:nvPr>
            <p:ph idx="1" type="body"/>
          </p:nvPr>
        </p:nvSpPr>
        <p:spPr>
          <a:xfrm>
            <a:off x="1075267" y="1233487"/>
            <a:ext cx="109728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88bb3d2fd_0_192"/>
          <p:cNvSpPr txBox="1"/>
          <p:nvPr>
            <p:ph type="title"/>
          </p:nvPr>
        </p:nvSpPr>
        <p:spPr>
          <a:xfrm>
            <a:off x="609600" y="277815"/>
            <a:ext cx="109728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60925" lIns="121900" spcFirstLastPara="1" rIns="121900" wrap="square" tIns="60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99" name="Google Shape;199;g3088bb3d2fd_0_192"/>
          <p:cNvSpPr txBox="1"/>
          <p:nvPr>
            <p:ph idx="1" type="body"/>
          </p:nvPr>
        </p:nvSpPr>
        <p:spPr>
          <a:xfrm>
            <a:off x="1075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200" name="Google Shape;200;g3088bb3d2fd_0_192"/>
          <p:cNvSpPr txBox="1"/>
          <p:nvPr>
            <p:ph idx="2" type="body"/>
          </p:nvPr>
        </p:nvSpPr>
        <p:spPr>
          <a:xfrm>
            <a:off x="6663267" y="1233491"/>
            <a:ext cx="5384700" cy="4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indent="-3492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900"/>
              <a:buChar char="●"/>
              <a:defRPr/>
            </a:lvl2pPr>
            <a:lvl3pPr indent="-3429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4"/>
              <a:defRPr/>
            </a:lvl3pPr>
            <a:lvl4pPr indent="-34290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43" Type="http://schemas.openxmlformats.org/officeDocument/2006/relationships/theme" Target="../theme/theme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088bb3d2fd_0_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  <a:defRPr b="0" i="0" sz="4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088bb3d2fd_0_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475" lIns="162475" spcFirstLastPara="1" rIns="162475" wrap="square" tIns="162475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Char char="●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73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73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73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73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73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●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73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○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73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Char char="■"/>
              <a:defRPr b="0" i="0" sz="2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088bb3d2fd_0_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475" lIns="162475" spcFirstLastPara="1" rIns="162475" wrap="square" tIns="162475">
            <a:normAutofit fontScale="92500" lnSpcReduction="20000"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g3088bb3d2fd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867500" y="5949"/>
            <a:ext cx="1701282" cy="6592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714" y="180560"/>
            <a:ext cx="11406189" cy="524684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"/>
          <p:cNvSpPr txBox="1"/>
          <p:nvPr/>
        </p:nvSpPr>
        <p:spPr>
          <a:xfrm>
            <a:off x="737420" y="5624051"/>
            <a:ext cx="26448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the value as Key value pair</a:t>
            </a:r>
            <a:endParaRPr/>
          </a:p>
        </p:txBody>
      </p:sp>
      <p:cxnSp>
        <p:nvCxnSpPr>
          <p:cNvPr id="207" name="Google Shape;207;p1"/>
          <p:cNvCxnSpPr/>
          <p:nvPr/>
        </p:nvCxnSpPr>
        <p:spPr>
          <a:xfrm flipH="1" rot="10800000">
            <a:off x="1189703" y="4021394"/>
            <a:ext cx="363794" cy="175997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1"/>
          <p:cNvSpPr txBox="1"/>
          <p:nvPr/>
        </p:nvSpPr>
        <p:spPr>
          <a:xfrm>
            <a:off x="7620000" y="1386348"/>
            <a:ext cx="275303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Hyper parameters</a:t>
            </a:r>
            <a:endParaRPr/>
          </a:p>
        </p:txBody>
      </p:sp>
      <p:cxnSp>
        <p:nvCxnSpPr>
          <p:cNvPr id="209" name="Google Shape;209;p1"/>
          <p:cNvCxnSpPr/>
          <p:nvPr/>
        </p:nvCxnSpPr>
        <p:spPr>
          <a:xfrm flipH="1">
            <a:off x="6705600" y="1700981"/>
            <a:ext cx="1533832" cy="41295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7" y="422788"/>
            <a:ext cx="11378558" cy="4518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9" y="98322"/>
            <a:ext cx="12147541" cy="5820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050" y="805000"/>
            <a:ext cx="10914799" cy="5685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"/>
          <p:cNvSpPr txBox="1"/>
          <p:nvPr/>
        </p:nvSpPr>
        <p:spPr>
          <a:xfrm>
            <a:off x="5781864" y="571571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Hyperparameters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produced the </a:t>
            </a:r>
            <a:r>
              <a:rPr b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best cross-validated performance score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grid search process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193" y="2404439"/>
            <a:ext cx="6005476" cy="34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55271"/>
            <a:ext cx="5709075" cy="326988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"/>
          <p:cNvSpPr txBox="1"/>
          <p:nvPr/>
        </p:nvSpPr>
        <p:spPr>
          <a:xfrm>
            <a:off x="1065066" y="373626"/>
            <a:ext cx="35789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Before Hyperparameter Tuning</a:t>
            </a:r>
            <a:endParaRPr/>
          </a:p>
        </p:txBody>
      </p:sp>
      <p:sp>
        <p:nvSpPr>
          <p:cNvPr id="233" name="Google Shape;233;p5"/>
          <p:cNvSpPr txBox="1"/>
          <p:nvPr/>
        </p:nvSpPr>
        <p:spPr>
          <a:xfrm>
            <a:off x="6361471" y="2035107"/>
            <a:ext cx="48669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After Grid search Hyperparameter Tuning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08" y="935520"/>
            <a:ext cx="12113342" cy="40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6"/>
          <p:cNvSpPr txBox="1"/>
          <p:nvPr/>
        </p:nvSpPr>
        <p:spPr>
          <a:xfrm>
            <a:off x="4640826" y="3195484"/>
            <a:ext cx="495545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the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Hyperparameters 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used for Grid Search CV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6"/>
          <p:cNvCxnSpPr/>
          <p:nvPr/>
        </p:nvCxnSpPr>
        <p:spPr>
          <a:xfrm flipH="1" rot="10800000">
            <a:off x="6243484" y="2330245"/>
            <a:ext cx="1268361" cy="98322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79" y="1486131"/>
            <a:ext cx="10864083" cy="4270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28" y="655860"/>
            <a:ext cx="10726994" cy="6202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2024-10-02T08:15:18Z</dcterms:created>
  <dc:creator>jagadishdell@outlook.com</dc:creator>
</cp:coreProperties>
</file>