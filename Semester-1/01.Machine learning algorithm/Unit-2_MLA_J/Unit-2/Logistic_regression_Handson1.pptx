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</p:sldIdLst>
  <p:sldSz cy="6858000" cx="12192000"/>
  <p:notesSz cx="6858000" cy="9144000"/>
  <p:embeddedFontLst>
    <p:embeddedFont>
      <p:font typeface="Arimo"/>
      <p:regular r:id="rId13"/>
      <p:bold r:id="rId14"/>
      <p:italic r:id="rId15"/>
      <p:boldItalic r:id="rId16"/>
    </p:embeddedFont>
    <p:embeddedFont>
      <p:font typeface="Tahoma"/>
      <p:regular r:id="rId17"/>
      <p:bold r:id="rId18"/>
    </p:embeddedFont>
    <p:embeddedFont>
      <p:font typeface="Helvetica Neue"/>
      <p:regular r:id="rId19"/>
      <p:bold r:id="rId20"/>
      <p:italic r:id="rId21"/>
      <p:boldItalic r:id="rId22"/>
    </p:embeddedFont>
    <p:embeddedFont>
      <p:font typeface="Helvetica Neue Light"/>
      <p:regular r:id="rId23"/>
      <p:bold r:id="rId24"/>
      <p:italic r:id="rId25"/>
      <p:boldItalic r:id="rId2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7" roundtripDataSignature="AMtx7mhQBu4tscclRGuuarBwtKLC6zPk5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HelveticaNeue-bold.fntdata"/><Relationship Id="rId22" Type="http://schemas.openxmlformats.org/officeDocument/2006/relationships/font" Target="fonts/HelveticaNeue-boldItalic.fntdata"/><Relationship Id="rId21" Type="http://schemas.openxmlformats.org/officeDocument/2006/relationships/font" Target="fonts/HelveticaNeue-italic.fntdata"/><Relationship Id="rId24" Type="http://schemas.openxmlformats.org/officeDocument/2006/relationships/font" Target="fonts/HelveticaNeueLight-bold.fntdata"/><Relationship Id="rId23" Type="http://schemas.openxmlformats.org/officeDocument/2006/relationships/font" Target="fonts/HelveticaNeueLight-regular.fnt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font" Target="fonts/HelveticaNeueLight-boldItalic.fntdata"/><Relationship Id="rId25" Type="http://schemas.openxmlformats.org/officeDocument/2006/relationships/font" Target="fonts/HelveticaNeueLight-italic.fntdata"/><Relationship Id="rId27" Type="http://customschemas.google.com/relationships/presentationmetadata" Target="meta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font" Target="fonts/Arimo-regular.fntdata"/><Relationship Id="rId12" Type="http://schemas.openxmlformats.org/officeDocument/2006/relationships/slide" Target="slides/slide8.xml"/><Relationship Id="rId15" Type="http://schemas.openxmlformats.org/officeDocument/2006/relationships/font" Target="fonts/Arimo-italic.fntdata"/><Relationship Id="rId14" Type="http://schemas.openxmlformats.org/officeDocument/2006/relationships/font" Target="fonts/Arimo-bold.fntdata"/><Relationship Id="rId17" Type="http://schemas.openxmlformats.org/officeDocument/2006/relationships/font" Target="fonts/Tahoma-regular.fntdata"/><Relationship Id="rId16" Type="http://schemas.openxmlformats.org/officeDocument/2006/relationships/font" Target="fonts/Arimo-boldItalic.fntdata"/><Relationship Id="rId19" Type="http://schemas.openxmlformats.org/officeDocument/2006/relationships/font" Target="fonts/HelveticaNeue-regular.fntdata"/><Relationship Id="rId18" Type="http://schemas.openxmlformats.org/officeDocument/2006/relationships/font" Target="fonts/Tahoma-bold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" name="Google Shape;219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" name="Google Shape;231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" name="Google Shape;244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" name="Google Shape;249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5.png"/><Relationship Id="rId4" Type="http://schemas.openxmlformats.org/officeDocument/2006/relationships/image" Target="../media/image2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8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RM Logo" type="title">
  <p:cSld name="TITLE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g3086943f9be_0_5"/>
          <p:cNvSpPr txBox="1"/>
          <p:nvPr>
            <p:ph type="ctrTitle"/>
          </p:nvPr>
        </p:nvSpPr>
        <p:spPr>
          <a:xfrm>
            <a:off x="415611" y="992767"/>
            <a:ext cx="11360700" cy="2736900"/>
          </a:xfrm>
          <a:prstGeom prst="rect">
            <a:avLst/>
          </a:prstGeom>
          <a:noFill/>
          <a:ln>
            <a:noFill/>
          </a:ln>
        </p:spPr>
        <p:txBody>
          <a:bodyPr anchorCtr="0" anchor="b" bIns="162475" lIns="162475" spcFirstLastPara="1" rIns="162475" wrap="square" tIns="16247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200"/>
              <a:buNone/>
              <a:defRPr sz="9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200"/>
              <a:buNone/>
              <a:defRPr sz="9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200"/>
              <a:buNone/>
              <a:defRPr sz="9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200"/>
              <a:buNone/>
              <a:defRPr sz="9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200"/>
              <a:buNone/>
              <a:defRPr sz="9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200"/>
              <a:buNone/>
              <a:defRPr sz="9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200"/>
              <a:buNone/>
              <a:defRPr sz="9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200"/>
              <a:buNone/>
              <a:defRPr sz="9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200"/>
              <a:buNone/>
              <a:defRPr sz="9200"/>
            </a:lvl9pPr>
          </a:lstStyle>
          <a:p/>
        </p:txBody>
      </p:sp>
      <p:sp>
        <p:nvSpPr>
          <p:cNvPr id="12" name="Google Shape;12;g3086943f9be_0_5"/>
          <p:cNvSpPr txBox="1"/>
          <p:nvPr>
            <p:ph idx="1" type="subTitle"/>
          </p:nvPr>
        </p:nvSpPr>
        <p:spPr>
          <a:xfrm>
            <a:off x="415600" y="3778833"/>
            <a:ext cx="11360700" cy="10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162475" lIns="162475" spcFirstLastPara="1" rIns="162475" wrap="square" tIns="16247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900"/>
              <a:buNone/>
              <a:defRPr sz="49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900"/>
              <a:buNone/>
              <a:defRPr sz="49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900"/>
              <a:buNone/>
              <a:defRPr sz="49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900"/>
              <a:buNone/>
              <a:defRPr sz="49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900"/>
              <a:buNone/>
              <a:defRPr sz="49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900"/>
              <a:buNone/>
              <a:defRPr sz="49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900"/>
              <a:buNone/>
              <a:defRPr sz="49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900"/>
              <a:buNone/>
              <a:defRPr sz="49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900"/>
              <a:buNone/>
              <a:defRPr sz="4900"/>
            </a:lvl9pPr>
          </a:lstStyle>
          <a:p/>
        </p:txBody>
      </p:sp>
      <p:sp>
        <p:nvSpPr>
          <p:cNvPr id="13" name="Google Shape;13;g3086943f9be_0_5"/>
          <p:cNvSpPr txBox="1"/>
          <p:nvPr>
            <p:ph idx="12" type="sldNum"/>
          </p:nvPr>
        </p:nvSpPr>
        <p:spPr>
          <a:xfrm>
            <a:off x="11296611" y="6217623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62475" lIns="162475" spcFirstLastPara="1" rIns="162475" wrap="square" tIns="162475">
            <a:normAutofit fontScale="92500" lnSpcReduction="20000"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7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7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7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7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7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7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7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7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7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g3086943f9be_0_9"/>
          <p:cNvSpPr txBox="1"/>
          <p:nvPr>
            <p:ph type="title"/>
          </p:nvPr>
        </p:nvSpPr>
        <p:spPr>
          <a:xfrm>
            <a:off x="415600" y="2867800"/>
            <a:ext cx="11360700" cy="112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62475" lIns="162475" spcFirstLastPara="1" rIns="162475" wrap="square" tIns="16247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9pPr>
          </a:lstStyle>
          <a:p/>
        </p:txBody>
      </p:sp>
      <p:sp>
        <p:nvSpPr>
          <p:cNvPr id="16" name="Google Shape;16;g3086943f9be_0_9"/>
          <p:cNvSpPr txBox="1"/>
          <p:nvPr>
            <p:ph idx="12" type="sldNum"/>
          </p:nvPr>
        </p:nvSpPr>
        <p:spPr>
          <a:xfrm>
            <a:off x="11296611" y="6217623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62475" lIns="162475" spcFirstLastPara="1" rIns="162475" wrap="square" tIns="162475">
            <a:normAutofit fontScale="92500" lnSpcReduction="20000"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7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7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7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7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7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7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7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7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7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- Content 2">
  <p:cSld name="TITLE_AND_BODY_2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g3086943f9be_0_12"/>
          <p:cNvSpPr txBox="1"/>
          <p:nvPr>
            <p:ph type="title"/>
          </p:nvPr>
        </p:nvSpPr>
        <p:spPr>
          <a:xfrm>
            <a:off x="562700" y="593367"/>
            <a:ext cx="89856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19" name="Google Shape;19;g3086943f9be_0_12"/>
          <p:cNvSpPr txBox="1"/>
          <p:nvPr>
            <p:ph idx="12" type="sldNum"/>
          </p:nvPr>
        </p:nvSpPr>
        <p:spPr>
          <a:xfrm>
            <a:off x="11296611" y="6217623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0" name="Google Shape;20;g3086943f9be_0_12"/>
          <p:cNvSpPr txBox="1"/>
          <p:nvPr>
            <p:ph idx="1" type="subTitle"/>
          </p:nvPr>
        </p:nvSpPr>
        <p:spPr>
          <a:xfrm>
            <a:off x="562700" y="1299900"/>
            <a:ext cx="712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900">
                <a:solidFill>
                  <a:srgbClr val="000000"/>
                </a:solidFill>
              </a:defRPr>
            </a:lvl1pPr>
            <a:lvl2pPr lvl="1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None/>
              <a:defRPr/>
            </a:lvl2pPr>
            <a:lvl3pPr lvl="2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None/>
              <a:defRPr/>
            </a:lvl3pPr>
            <a:lvl4pPr lvl="3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None/>
              <a:defRPr/>
            </a:lvl4pPr>
            <a:lvl5pPr lvl="4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None/>
              <a:defRPr/>
            </a:lvl5pPr>
            <a:lvl6pPr lvl="5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None/>
              <a:defRPr/>
            </a:lvl6pPr>
            <a:lvl7pPr lvl="6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None/>
              <a:defRPr/>
            </a:lvl7pPr>
            <a:lvl8pPr lvl="7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None/>
              <a:defRPr/>
            </a:lvl8pPr>
            <a:lvl9pPr lvl="8" algn="l">
              <a:lnSpc>
                <a:spcPct val="115000"/>
              </a:lnSpc>
              <a:spcBef>
                <a:spcPts val="2100"/>
              </a:spcBef>
              <a:spcAft>
                <a:spcPts val="2100"/>
              </a:spcAft>
              <a:buSzPts val="1900"/>
              <a:buNone/>
              <a:defRPr/>
            </a:lvl9pPr>
          </a:lstStyle>
          <a:p/>
        </p:txBody>
      </p:sp>
      <p:sp>
        <p:nvSpPr>
          <p:cNvPr id="21" name="Google Shape;21;g3086943f9be_0_12"/>
          <p:cNvSpPr txBox="1"/>
          <p:nvPr>
            <p:ph idx="2" type="body"/>
          </p:nvPr>
        </p:nvSpPr>
        <p:spPr>
          <a:xfrm>
            <a:off x="562700" y="2095600"/>
            <a:ext cx="9777300" cy="39201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>
            <a:lvl1pPr indent="-3619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Char char="●"/>
              <a:defRPr/>
            </a:lvl1pPr>
            <a:lvl2pPr indent="-349250" lvl="1" marL="9144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Char char="○"/>
              <a:defRPr/>
            </a:lvl2pPr>
            <a:lvl3pPr indent="-349250" lvl="2" marL="13716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Char char="■"/>
              <a:defRPr/>
            </a:lvl3pPr>
            <a:lvl4pPr indent="-349250" lvl="3" marL="18288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Char char="●"/>
              <a:defRPr/>
            </a:lvl4pPr>
            <a:lvl5pPr indent="-349250" lvl="4" marL="22860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Char char="○"/>
              <a:defRPr/>
            </a:lvl5pPr>
            <a:lvl6pPr indent="-349250" lvl="5" marL="27432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Char char="■"/>
              <a:defRPr/>
            </a:lvl6pPr>
            <a:lvl7pPr indent="-349250" lvl="6" marL="32004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Char char="●"/>
              <a:defRPr/>
            </a:lvl7pPr>
            <a:lvl8pPr indent="-349250" lvl="7" marL="36576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Char char="○"/>
              <a:defRPr/>
            </a:lvl8pPr>
            <a:lvl9pPr indent="-349250" lvl="8" marL="4114800" algn="l">
              <a:lnSpc>
                <a:spcPct val="115000"/>
              </a:lnSpc>
              <a:spcBef>
                <a:spcPts val="2100"/>
              </a:spcBef>
              <a:spcAft>
                <a:spcPts val="2100"/>
              </a:spcAft>
              <a:buSzPts val="19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lease Note Slide">
  <p:cSld name="TITLE_ONLY_1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g3086943f9be_0_17"/>
          <p:cNvSpPr txBox="1"/>
          <p:nvPr>
            <p:ph idx="12" type="sldNum"/>
          </p:nvPr>
        </p:nvSpPr>
        <p:spPr>
          <a:xfrm>
            <a:off x="11296611" y="6217623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24" name="Google Shape;24;g3086943f9be_0_17"/>
          <p:cNvPicPr preferRelativeResize="0"/>
          <p:nvPr/>
        </p:nvPicPr>
        <p:blipFill rotWithShape="1">
          <a:blip r:embed="rId2">
            <a:alphaModFix/>
          </a:blip>
          <a:srcRect b="4686" l="11594" r="10689" t="4093"/>
          <a:stretch/>
        </p:blipFill>
        <p:spPr>
          <a:xfrm>
            <a:off x="562700" y="217267"/>
            <a:ext cx="1258733" cy="1082633"/>
          </a:xfrm>
          <a:prstGeom prst="rect">
            <a:avLst/>
          </a:prstGeom>
          <a:noFill/>
          <a:ln>
            <a:noFill/>
          </a:ln>
        </p:spPr>
      </p:pic>
      <p:sp>
        <p:nvSpPr>
          <p:cNvPr id="25" name="Google Shape;25;g3086943f9be_0_17"/>
          <p:cNvSpPr txBox="1"/>
          <p:nvPr>
            <p:ph idx="1" type="subTitle"/>
          </p:nvPr>
        </p:nvSpPr>
        <p:spPr>
          <a:xfrm>
            <a:off x="562700" y="1299900"/>
            <a:ext cx="7121700" cy="6297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900">
                <a:solidFill>
                  <a:srgbClr val="000000"/>
                </a:solidFill>
              </a:defRPr>
            </a:lvl1pPr>
            <a:lvl2pPr lvl="1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None/>
              <a:defRPr/>
            </a:lvl2pPr>
            <a:lvl3pPr lvl="2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None/>
              <a:defRPr/>
            </a:lvl3pPr>
            <a:lvl4pPr lvl="3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None/>
              <a:defRPr/>
            </a:lvl4pPr>
            <a:lvl5pPr lvl="4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None/>
              <a:defRPr/>
            </a:lvl5pPr>
            <a:lvl6pPr lvl="5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None/>
              <a:defRPr/>
            </a:lvl6pPr>
            <a:lvl7pPr lvl="6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None/>
              <a:defRPr/>
            </a:lvl7pPr>
            <a:lvl8pPr lvl="7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None/>
              <a:defRPr/>
            </a:lvl8pPr>
            <a:lvl9pPr lvl="8" algn="l">
              <a:lnSpc>
                <a:spcPct val="115000"/>
              </a:lnSpc>
              <a:spcBef>
                <a:spcPts val="2100"/>
              </a:spcBef>
              <a:spcAft>
                <a:spcPts val="2100"/>
              </a:spcAft>
              <a:buSzPts val="1900"/>
              <a:buNone/>
              <a:defRPr/>
            </a:lvl9pPr>
          </a:lstStyle>
          <a:p/>
        </p:txBody>
      </p:sp>
      <p:sp>
        <p:nvSpPr>
          <p:cNvPr id="26" name="Google Shape;26;g3086943f9be_0_17"/>
          <p:cNvSpPr txBox="1"/>
          <p:nvPr>
            <p:ph idx="2" type="body"/>
          </p:nvPr>
        </p:nvSpPr>
        <p:spPr>
          <a:xfrm>
            <a:off x="562700" y="2095600"/>
            <a:ext cx="9777300" cy="39201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>
            <a:lvl1pPr indent="-3810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1pPr>
            <a:lvl2pPr indent="-361950" lvl="1" marL="9144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2100"/>
              <a:buChar char="○"/>
              <a:defRPr sz="2100"/>
            </a:lvl2pPr>
            <a:lvl3pPr indent="-361950" lvl="2" marL="13716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2100"/>
              <a:buChar char="■"/>
              <a:defRPr sz="2100"/>
            </a:lvl3pPr>
            <a:lvl4pPr indent="-361950" lvl="3" marL="18288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2100"/>
              <a:buChar char="●"/>
              <a:defRPr sz="2100"/>
            </a:lvl4pPr>
            <a:lvl5pPr indent="-361950" lvl="4" marL="22860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2100"/>
              <a:buChar char="○"/>
              <a:defRPr sz="2100"/>
            </a:lvl5pPr>
            <a:lvl6pPr indent="-361950" lvl="5" marL="27432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2100"/>
              <a:buChar char="■"/>
              <a:defRPr sz="2100"/>
            </a:lvl6pPr>
            <a:lvl7pPr indent="-361950" lvl="6" marL="32004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2100"/>
              <a:buChar char="●"/>
              <a:defRPr sz="2100"/>
            </a:lvl7pPr>
            <a:lvl8pPr indent="-361950" lvl="7" marL="36576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2100"/>
              <a:buChar char="○"/>
              <a:defRPr sz="2100"/>
            </a:lvl8pPr>
            <a:lvl9pPr indent="-361950" lvl="8" marL="4114800" algn="l">
              <a:lnSpc>
                <a:spcPct val="115000"/>
              </a:lnSpc>
              <a:spcBef>
                <a:spcPts val="2100"/>
              </a:spcBef>
              <a:spcAft>
                <a:spcPts val="2100"/>
              </a:spcAft>
              <a:buSzPts val="2100"/>
              <a:buChar char="■"/>
              <a:defRPr sz="2100"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&amp;A">
  <p:cSld name="2_Design_1_1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" name="Google Shape;28;g3086943f9be_0_22"/>
          <p:cNvGrpSpPr/>
          <p:nvPr/>
        </p:nvGrpSpPr>
        <p:grpSpPr>
          <a:xfrm>
            <a:off x="0" y="0"/>
            <a:ext cx="507987" cy="1828754"/>
            <a:chOff x="0" y="0"/>
            <a:chExt cx="381000" cy="1371600"/>
          </a:xfrm>
        </p:grpSpPr>
        <p:sp>
          <p:nvSpPr>
            <p:cNvPr id="29" name="Google Shape;29;g3086943f9be_0_22"/>
            <p:cNvSpPr/>
            <p:nvPr/>
          </p:nvSpPr>
          <p:spPr>
            <a:xfrm>
              <a:off x="0" y="0"/>
              <a:ext cx="381000" cy="685800"/>
            </a:xfrm>
            <a:prstGeom prst="rect">
              <a:avLst/>
            </a:prstGeom>
            <a:solidFill>
              <a:srgbClr val="0F75BD"/>
            </a:solidFill>
            <a:ln>
              <a:noFill/>
            </a:ln>
          </p:spPr>
          <p:txBody>
            <a:bodyPr anchorCtr="0" anchor="ctr" bIns="60925" lIns="121900" spcFirstLastPara="1" rIns="121900" wrap="square" tIns="609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" name="Google Shape;30;g3086943f9be_0_22"/>
            <p:cNvSpPr/>
            <p:nvPr/>
          </p:nvSpPr>
          <p:spPr>
            <a:xfrm>
              <a:off x="0" y="685800"/>
              <a:ext cx="381000" cy="685800"/>
            </a:xfrm>
            <a:prstGeom prst="rect">
              <a:avLst/>
            </a:prstGeom>
            <a:solidFill>
              <a:srgbClr val="25AAE2"/>
            </a:solidFill>
            <a:ln>
              <a:noFill/>
            </a:ln>
          </p:spPr>
          <p:txBody>
            <a:bodyPr anchorCtr="0" anchor="ctr" bIns="60925" lIns="121900" spcFirstLastPara="1" rIns="121900" wrap="square" tIns="609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31" name="Google Shape;31;g3086943f9be_0_2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825033" y="138533"/>
            <a:ext cx="1219200" cy="1219200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Google Shape;32;g3086943f9be_0_22"/>
          <p:cNvSpPr txBox="1"/>
          <p:nvPr>
            <p:ph idx="1" type="subTitle"/>
          </p:nvPr>
        </p:nvSpPr>
        <p:spPr>
          <a:xfrm>
            <a:off x="562700" y="1299900"/>
            <a:ext cx="7121700" cy="5289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900">
                <a:solidFill>
                  <a:srgbClr val="000000"/>
                </a:solidFill>
              </a:defRPr>
            </a:lvl1pPr>
            <a:lvl2pPr lvl="1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None/>
              <a:defRPr/>
            </a:lvl2pPr>
            <a:lvl3pPr lvl="2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None/>
              <a:defRPr/>
            </a:lvl3pPr>
            <a:lvl4pPr lvl="3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None/>
              <a:defRPr/>
            </a:lvl4pPr>
            <a:lvl5pPr lvl="4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None/>
              <a:defRPr/>
            </a:lvl5pPr>
            <a:lvl6pPr lvl="5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None/>
              <a:defRPr/>
            </a:lvl6pPr>
            <a:lvl7pPr lvl="6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None/>
              <a:defRPr/>
            </a:lvl7pPr>
            <a:lvl8pPr lvl="7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None/>
              <a:defRPr/>
            </a:lvl8pPr>
            <a:lvl9pPr lvl="8" algn="l">
              <a:lnSpc>
                <a:spcPct val="115000"/>
              </a:lnSpc>
              <a:spcBef>
                <a:spcPts val="2100"/>
              </a:spcBef>
              <a:spcAft>
                <a:spcPts val="2100"/>
              </a:spcAft>
              <a:buSzPts val="1900"/>
              <a:buNone/>
              <a:defRPr/>
            </a:lvl9pPr>
          </a:lstStyle>
          <a:p/>
        </p:txBody>
      </p:sp>
      <p:sp>
        <p:nvSpPr>
          <p:cNvPr id="33" name="Google Shape;33;g3086943f9be_0_22"/>
          <p:cNvSpPr txBox="1"/>
          <p:nvPr>
            <p:ph idx="2" type="body"/>
          </p:nvPr>
        </p:nvSpPr>
        <p:spPr>
          <a:xfrm>
            <a:off x="562700" y="2095600"/>
            <a:ext cx="9777300" cy="39201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>
            <a:lvl1pPr indent="-3810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1pPr>
            <a:lvl2pPr indent="-361950" lvl="1" marL="9144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2100"/>
              <a:buChar char="○"/>
              <a:defRPr sz="2100"/>
            </a:lvl2pPr>
            <a:lvl3pPr indent="-361950" lvl="2" marL="13716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2100"/>
              <a:buChar char="■"/>
              <a:defRPr sz="2100"/>
            </a:lvl3pPr>
            <a:lvl4pPr indent="-361950" lvl="3" marL="18288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2100"/>
              <a:buChar char="●"/>
              <a:defRPr sz="2100"/>
            </a:lvl4pPr>
            <a:lvl5pPr indent="-361950" lvl="4" marL="22860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2100"/>
              <a:buChar char="○"/>
              <a:defRPr sz="2100"/>
            </a:lvl5pPr>
            <a:lvl6pPr indent="-361950" lvl="5" marL="27432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2100"/>
              <a:buChar char="■"/>
              <a:defRPr sz="2100"/>
            </a:lvl6pPr>
            <a:lvl7pPr indent="-361950" lvl="6" marL="32004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2100"/>
              <a:buChar char="●"/>
              <a:defRPr sz="2100"/>
            </a:lvl7pPr>
            <a:lvl8pPr indent="-361950" lvl="7" marL="36576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2100"/>
              <a:buChar char="○"/>
              <a:defRPr sz="2100"/>
            </a:lvl8pPr>
            <a:lvl9pPr indent="-361950" lvl="8" marL="4114800" algn="l">
              <a:lnSpc>
                <a:spcPct val="115000"/>
              </a:lnSpc>
              <a:spcBef>
                <a:spcPts val="2100"/>
              </a:spcBef>
              <a:spcAft>
                <a:spcPts val="2100"/>
              </a:spcAft>
              <a:buSzPts val="2100"/>
              <a:buChar char="■"/>
              <a:defRPr sz="2100"/>
            </a:lvl9pPr>
          </a:lstStyle>
          <a:p/>
        </p:txBody>
      </p:sp>
      <p:pic>
        <p:nvPicPr>
          <p:cNvPr id="34" name="Google Shape;34;g3086943f9be_0_22"/>
          <p:cNvPicPr preferRelativeResize="0"/>
          <p:nvPr/>
        </p:nvPicPr>
        <p:blipFill rotWithShape="1">
          <a:blip r:embed="rId3">
            <a:alphaModFix/>
          </a:blip>
          <a:srcRect b="22683" l="0" r="0" t="17385"/>
          <a:stretch/>
        </p:blipFill>
        <p:spPr>
          <a:xfrm>
            <a:off x="747233" y="392667"/>
            <a:ext cx="1741234" cy="1043466"/>
          </a:xfrm>
          <a:prstGeom prst="rect">
            <a:avLst/>
          </a:prstGeom>
          <a:noFill/>
          <a:ln>
            <a:noFill/>
          </a:ln>
        </p:spPr>
      </p:pic>
      <p:pic>
        <p:nvPicPr>
          <p:cNvPr id="35" name="Google Shape;35;g3086943f9be_0_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177633" y="-7700"/>
            <a:ext cx="3048000" cy="1346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- Content 2 columns 1">
  <p:cSld name="TITLE_AND_TWO_COLUMNS_2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g3086943f9be_0_31"/>
          <p:cNvSpPr txBox="1"/>
          <p:nvPr>
            <p:ph idx="1" type="body"/>
          </p:nvPr>
        </p:nvSpPr>
        <p:spPr>
          <a:xfrm>
            <a:off x="6579967" y="2095600"/>
            <a:ext cx="53331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>
            <a:lvl1pPr indent="-3619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Char char="●"/>
              <a:defRPr/>
            </a:lvl1pPr>
            <a:lvl2pPr indent="-349250" lvl="1" marL="9144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Char char="○"/>
              <a:defRPr/>
            </a:lvl2pPr>
            <a:lvl3pPr indent="-349250" lvl="2" marL="13716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Char char="■"/>
              <a:defRPr/>
            </a:lvl3pPr>
            <a:lvl4pPr indent="-349250" lvl="3" marL="18288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Char char="●"/>
              <a:defRPr/>
            </a:lvl4pPr>
            <a:lvl5pPr indent="-349250" lvl="4" marL="22860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Char char="○"/>
              <a:defRPr/>
            </a:lvl5pPr>
            <a:lvl6pPr indent="-349250" lvl="5" marL="27432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Char char="■"/>
              <a:defRPr/>
            </a:lvl6pPr>
            <a:lvl7pPr indent="-349250" lvl="6" marL="32004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Char char="●"/>
              <a:defRPr/>
            </a:lvl7pPr>
            <a:lvl8pPr indent="-349250" lvl="7" marL="36576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Char char="○"/>
              <a:defRPr/>
            </a:lvl8pPr>
            <a:lvl9pPr indent="-349250" lvl="8" marL="4114800" algn="l">
              <a:lnSpc>
                <a:spcPct val="115000"/>
              </a:lnSpc>
              <a:spcBef>
                <a:spcPts val="2100"/>
              </a:spcBef>
              <a:spcAft>
                <a:spcPts val="2100"/>
              </a:spcAft>
              <a:buSzPts val="1900"/>
              <a:buChar char="■"/>
              <a:defRPr/>
            </a:lvl9pPr>
          </a:lstStyle>
          <a:p/>
        </p:txBody>
      </p:sp>
      <p:sp>
        <p:nvSpPr>
          <p:cNvPr id="38" name="Google Shape;38;g3086943f9be_0_31"/>
          <p:cNvSpPr txBox="1"/>
          <p:nvPr>
            <p:ph idx="12" type="sldNum"/>
          </p:nvPr>
        </p:nvSpPr>
        <p:spPr>
          <a:xfrm>
            <a:off x="11296611" y="6217623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9" name="Google Shape;39;g3086943f9be_0_31"/>
          <p:cNvSpPr txBox="1"/>
          <p:nvPr>
            <p:ph type="title"/>
          </p:nvPr>
        </p:nvSpPr>
        <p:spPr>
          <a:xfrm>
            <a:off x="562700" y="593367"/>
            <a:ext cx="89856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40" name="Google Shape;40;g3086943f9be_0_31"/>
          <p:cNvSpPr txBox="1"/>
          <p:nvPr>
            <p:ph idx="2" type="subTitle"/>
          </p:nvPr>
        </p:nvSpPr>
        <p:spPr>
          <a:xfrm>
            <a:off x="562700" y="1299900"/>
            <a:ext cx="712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900">
                <a:solidFill>
                  <a:srgbClr val="000000"/>
                </a:solidFill>
              </a:defRPr>
            </a:lvl1pPr>
            <a:lvl2pPr lvl="1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None/>
              <a:defRPr/>
            </a:lvl2pPr>
            <a:lvl3pPr lvl="2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None/>
              <a:defRPr/>
            </a:lvl3pPr>
            <a:lvl4pPr lvl="3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None/>
              <a:defRPr/>
            </a:lvl4pPr>
            <a:lvl5pPr lvl="4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None/>
              <a:defRPr/>
            </a:lvl5pPr>
            <a:lvl6pPr lvl="5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None/>
              <a:defRPr/>
            </a:lvl6pPr>
            <a:lvl7pPr lvl="6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None/>
              <a:defRPr/>
            </a:lvl7pPr>
            <a:lvl8pPr lvl="7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None/>
              <a:defRPr/>
            </a:lvl8pPr>
            <a:lvl9pPr lvl="8" algn="l">
              <a:lnSpc>
                <a:spcPct val="115000"/>
              </a:lnSpc>
              <a:spcBef>
                <a:spcPts val="2100"/>
              </a:spcBef>
              <a:spcAft>
                <a:spcPts val="2100"/>
              </a:spcAft>
              <a:buSzPts val="1900"/>
              <a:buNone/>
              <a:defRPr/>
            </a:lvl9pPr>
          </a:lstStyle>
          <a:p/>
        </p:txBody>
      </p:sp>
      <p:sp>
        <p:nvSpPr>
          <p:cNvPr id="41" name="Google Shape;41;g3086943f9be_0_31"/>
          <p:cNvSpPr txBox="1"/>
          <p:nvPr>
            <p:ph idx="3" type="body"/>
          </p:nvPr>
        </p:nvSpPr>
        <p:spPr>
          <a:xfrm>
            <a:off x="562700" y="2095600"/>
            <a:ext cx="5333100" cy="39201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>
            <a:lvl1pPr indent="-3619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Char char="●"/>
              <a:defRPr/>
            </a:lvl1pPr>
            <a:lvl2pPr indent="-349250" lvl="1" marL="9144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Char char="○"/>
              <a:defRPr/>
            </a:lvl2pPr>
            <a:lvl3pPr indent="-349250" lvl="2" marL="13716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Char char="■"/>
              <a:defRPr/>
            </a:lvl3pPr>
            <a:lvl4pPr indent="-349250" lvl="3" marL="18288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Char char="●"/>
              <a:defRPr/>
            </a:lvl4pPr>
            <a:lvl5pPr indent="-349250" lvl="4" marL="22860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Char char="○"/>
              <a:defRPr/>
            </a:lvl5pPr>
            <a:lvl6pPr indent="-349250" lvl="5" marL="27432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Char char="■"/>
              <a:defRPr/>
            </a:lvl6pPr>
            <a:lvl7pPr indent="-349250" lvl="6" marL="32004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Char char="●"/>
              <a:defRPr/>
            </a:lvl7pPr>
            <a:lvl8pPr indent="-349250" lvl="7" marL="36576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Char char="○"/>
              <a:defRPr/>
            </a:lvl8pPr>
            <a:lvl9pPr indent="-349250" lvl="8" marL="4114800" algn="l">
              <a:lnSpc>
                <a:spcPct val="115000"/>
              </a:lnSpc>
              <a:spcBef>
                <a:spcPts val="2100"/>
              </a:spcBef>
              <a:spcAft>
                <a:spcPts val="2100"/>
              </a:spcAft>
              <a:buSzPts val="19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_AND_BODY_1">
  <p:cSld name="TITLE_AND_BODY_1_1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g3086943f9be_0_37"/>
          <p:cNvSpPr txBox="1"/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44" name="Google Shape;44;g3086943f9be_0_37"/>
          <p:cNvSpPr txBox="1"/>
          <p:nvPr>
            <p:ph idx="1" type="body"/>
          </p:nvPr>
        </p:nvSpPr>
        <p:spPr>
          <a:xfrm>
            <a:off x="415600" y="1536633"/>
            <a:ext cx="113607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>
            <a:lvl1pPr indent="-3619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Char char="●"/>
              <a:defRPr/>
            </a:lvl1pPr>
            <a:lvl2pPr indent="-349250" lvl="1" marL="9144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Char char="○"/>
              <a:defRPr/>
            </a:lvl2pPr>
            <a:lvl3pPr indent="-349250" lvl="2" marL="13716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Char char="■"/>
              <a:defRPr/>
            </a:lvl3pPr>
            <a:lvl4pPr indent="-349250" lvl="3" marL="18288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Char char="●"/>
              <a:defRPr/>
            </a:lvl4pPr>
            <a:lvl5pPr indent="-349250" lvl="4" marL="22860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Char char="○"/>
              <a:defRPr/>
            </a:lvl5pPr>
            <a:lvl6pPr indent="-349250" lvl="5" marL="27432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Char char="■"/>
              <a:defRPr/>
            </a:lvl6pPr>
            <a:lvl7pPr indent="-349250" lvl="6" marL="32004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Char char="●"/>
              <a:defRPr/>
            </a:lvl7pPr>
            <a:lvl8pPr indent="-349250" lvl="7" marL="36576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Char char="○"/>
              <a:defRPr/>
            </a:lvl8pPr>
            <a:lvl9pPr indent="-349250" lvl="8" marL="4114800" algn="l">
              <a:lnSpc>
                <a:spcPct val="115000"/>
              </a:lnSpc>
              <a:spcBef>
                <a:spcPts val="2100"/>
              </a:spcBef>
              <a:spcAft>
                <a:spcPts val="2100"/>
              </a:spcAft>
              <a:buSzPts val="1900"/>
              <a:buChar char="■"/>
              <a:defRPr/>
            </a:lvl9pPr>
          </a:lstStyle>
          <a:p/>
        </p:txBody>
      </p:sp>
      <p:sp>
        <p:nvSpPr>
          <p:cNvPr id="45" name="Google Shape;45;g3086943f9be_0_37"/>
          <p:cNvSpPr txBox="1"/>
          <p:nvPr>
            <p:ph idx="12" type="sldNum"/>
          </p:nvPr>
        </p:nvSpPr>
        <p:spPr>
          <a:xfrm>
            <a:off x="11296611" y="6217623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- Content 3">
  <p:cSld name="TITLE_AND_BODY_3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g3086943f9be_0_41"/>
          <p:cNvSpPr txBox="1"/>
          <p:nvPr>
            <p:ph type="title"/>
          </p:nvPr>
        </p:nvSpPr>
        <p:spPr>
          <a:xfrm>
            <a:off x="562700" y="593367"/>
            <a:ext cx="89856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48" name="Google Shape;48;g3086943f9be_0_41"/>
          <p:cNvSpPr txBox="1"/>
          <p:nvPr>
            <p:ph idx="12" type="sldNum"/>
          </p:nvPr>
        </p:nvSpPr>
        <p:spPr>
          <a:xfrm>
            <a:off x="11296611" y="6217623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9" name="Google Shape;49;g3086943f9be_0_41"/>
          <p:cNvSpPr txBox="1"/>
          <p:nvPr>
            <p:ph idx="1" type="subTitle"/>
          </p:nvPr>
        </p:nvSpPr>
        <p:spPr>
          <a:xfrm>
            <a:off x="562700" y="1299900"/>
            <a:ext cx="712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900">
                <a:solidFill>
                  <a:srgbClr val="000000"/>
                </a:solidFill>
              </a:defRPr>
            </a:lvl1pPr>
            <a:lvl2pPr lvl="1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None/>
              <a:defRPr/>
            </a:lvl2pPr>
            <a:lvl3pPr lvl="2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None/>
              <a:defRPr/>
            </a:lvl3pPr>
            <a:lvl4pPr lvl="3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None/>
              <a:defRPr/>
            </a:lvl4pPr>
            <a:lvl5pPr lvl="4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None/>
              <a:defRPr/>
            </a:lvl5pPr>
            <a:lvl6pPr lvl="5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None/>
              <a:defRPr/>
            </a:lvl6pPr>
            <a:lvl7pPr lvl="6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None/>
              <a:defRPr/>
            </a:lvl7pPr>
            <a:lvl8pPr lvl="7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None/>
              <a:defRPr/>
            </a:lvl8pPr>
            <a:lvl9pPr lvl="8" algn="l">
              <a:lnSpc>
                <a:spcPct val="115000"/>
              </a:lnSpc>
              <a:spcBef>
                <a:spcPts val="2100"/>
              </a:spcBef>
              <a:spcAft>
                <a:spcPts val="2100"/>
              </a:spcAft>
              <a:buSzPts val="1900"/>
              <a:buNone/>
              <a:defRPr/>
            </a:lvl9pPr>
          </a:lstStyle>
          <a:p/>
        </p:txBody>
      </p:sp>
      <p:sp>
        <p:nvSpPr>
          <p:cNvPr id="50" name="Google Shape;50;g3086943f9be_0_41"/>
          <p:cNvSpPr txBox="1"/>
          <p:nvPr>
            <p:ph idx="2" type="body"/>
          </p:nvPr>
        </p:nvSpPr>
        <p:spPr>
          <a:xfrm>
            <a:off x="562700" y="2095600"/>
            <a:ext cx="9777300" cy="39201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>
            <a:lvl1pPr indent="-3619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Char char="●"/>
              <a:defRPr/>
            </a:lvl1pPr>
            <a:lvl2pPr indent="-349250" lvl="1" marL="9144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Char char="○"/>
              <a:defRPr/>
            </a:lvl2pPr>
            <a:lvl3pPr indent="-349250" lvl="2" marL="13716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Char char="■"/>
              <a:defRPr/>
            </a:lvl3pPr>
            <a:lvl4pPr indent="-349250" lvl="3" marL="18288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Char char="●"/>
              <a:defRPr/>
            </a:lvl4pPr>
            <a:lvl5pPr indent="-349250" lvl="4" marL="22860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Char char="○"/>
              <a:defRPr/>
            </a:lvl5pPr>
            <a:lvl6pPr indent="-349250" lvl="5" marL="27432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Char char="■"/>
              <a:defRPr/>
            </a:lvl6pPr>
            <a:lvl7pPr indent="-349250" lvl="6" marL="32004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Char char="●"/>
              <a:defRPr/>
            </a:lvl7pPr>
            <a:lvl8pPr indent="-349250" lvl="7" marL="36576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Char char="○"/>
              <a:defRPr/>
            </a:lvl8pPr>
            <a:lvl9pPr indent="-349250" lvl="8" marL="4114800" algn="l">
              <a:lnSpc>
                <a:spcPct val="115000"/>
              </a:lnSpc>
              <a:spcBef>
                <a:spcPts val="2100"/>
              </a:spcBef>
              <a:spcAft>
                <a:spcPts val="2100"/>
              </a:spcAft>
              <a:buSzPts val="19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Y Slide 2">
  <p:cSld name="TITLE_ONLY_3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g3086943f9be_0_46"/>
          <p:cNvSpPr txBox="1"/>
          <p:nvPr>
            <p:ph idx="12" type="sldNum"/>
          </p:nvPr>
        </p:nvSpPr>
        <p:spPr>
          <a:xfrm>
            <a:off x="11296611" y="6217623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53" name="Google Shape;53;g3086943f9be_0_46"/>
          <p:cNvPicPr preferRelativeResize="0"/>
          <p:nvPr/>
        </p:nvPicPr>
        <p:blipFill rotWithShape="1">
          <a:blip r:embed="rId2">
            <a:alphaModFix/>
          </a:blip>
          <a:srcRect b="23340" l="18269" r="27373" t="18234"/>
          <a:stretch/>
        </p:blipFill>
        <p:spPr>
          <a:xfrm>
            <a:off x="562700" y="400067"/>
            <a:ext cx="1423131" cy="899836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Google Shape;54;g3086943f9be_0_46"/>
          <p:cNvSpPr txBox="1"/>
          <p:nvPr>
            <p:ph idx="1" type="subTitle"/>
          </p:nvPr>
        </p:nvSpPr>
        <p:spPr>
          <a:xfrm>
            <a:off x="562700" y="1299900"/>
            <a:ext cx="712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900">
                <a:solidFill>
                  <a:srgbClr val="000000"/>
                </a:solidFill>
              </a:defRPr>
            </a:lvl1pPr>
            <a:lvl2pPr lvl="1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None/>
              <a:defRPr/>
            </a:lvl2pPr>
            <a:lvl3pPr lvl="2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None/>
              <a:defRPr/>
            </a:lvl3pPr>
            <a:lvl4pPr lvl="3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None/>
              <a:defRPr/>
            </a:lvl4pPr>
            <a:lvl5pPr lvl="4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None/>
              <a:defRPr/>
            </a:lvl5pPr>
            <a:lvl6pPr lvl="5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None/>
              <a:defRPr/>
            </a:lvl6pPr>
            <a:lvl7pPr lvl="6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None/>
              <a:defRPr/>
            </a:lvl7pPr>
            <a:lvl8pPr lvl="7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None/>
              <a:defRPr/>
            </a:lvl8pPr>
            <a:lvl9pPr lvl="8" algn="l">
              <a:lnSpc>
                <a:spcPct val="115000"/>
              </a:lnSpc>
              <a:spcBef>
                <a:spcPts val="2100"/>
              </a:spcBef>
              <a:spcAft>
                <a:spcPts val="2100"/>
              </a:spcAft>
              <a:buSzPts val="1900"/>
              <a:buNone/>
              <a:defRPr/>
            </a:lvl9pPr>
          </a:lstStyle>
          <a:p/>
        </p:txBody>
      </p:sp>
      <p:sp>
        <p:nvSpPr>
          <p:cNvPr id="55" name="Google Shape;55;g3086943f9be_0_46"/>
          <p:cNvSpPr txBox="1"/>
          <p:nvPr>
            <p:ph idx="2" type="body"/>
          </p:nvPr>
        </p:nvSpPr>
        <p:spPr>
          <a:xfrm>
            <a:off x="562700" y="2095600"/>
            <a:ext cx="9777300" cy="39201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>
            <a:lvl1pPr indent="-3810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1pPr>
            <a:lvl2pPr indent="-361950" lvl="1" marL="9144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2100"/>
              <a:buChar char="○"/>
              <a:defRPr sz="2100"/>
            </a:lvl2pPr>
            <a:lvl3pPr indent="-361950" lvl="2" marL="13716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2100"/>
              <a:buChar char="■"/>
              <a:defRPr sz="2100"/>
            </a:lvl3pPr>
            <a:lvl4pPr indent="-361950" lvl="3" marL="18288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2100"/>
              <a:buChar char="●"/>
              <a:defRPr sz="2100"/>
            </a:lvl4pPr>
            <a:lvl5pPr indent="-361950" lvl="4" marL="22860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2100"/>
              <a:buChar char="○"/>
              <a:defRPr sz="2100"/>
            </a:lvl5pPr>
            <a:lvl6pPr indent="-361950" lvl="5" marL="27432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2100"/>
              <a:buChar char="■"/>
              <a:defRPr sz="2100"/>
            </a:lvl6pPr>
            <a:lvl7pPr indent="-361950" lvl="6" marL="32004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2100"/>
              <a:buChar char="●"/>
              <a:defRPr sz="2100"/>
            </a:lvl7pPr>
            <a:lvl8pPr indent="-361950" lvl="7" marL="36576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2100"/>
              <a:buChar char="○"/>
              <a:defRPr sz="2100"/>
            </a:lvl8pPr>
            <a:lvl9pPr indent="-361950" lvl="8" marL="4114800" algn="l">
              <a:lnSpc>
                <a:spcPct val="115000"/>
              </a:lnSpc>
              <a:spcBef>
                <a:spcPts val="2100"/>
              </a:spcBef>
              <a:spcAft>
                <a:spcPts val="2100"/>
              </a:spcAft>
              <a:buSzPts val="2100"/>
              <a:buChar char="■"/>
              <a:defRPr sz="2100"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Want to know more slide">
  <p:cSld name="2_Design_1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" name="Google Shape;57;g3086943f9be_0_51"/>
          <p:cNvGrpSpPr/>
          <p:nvPr/>
        </p:nvGrpSpPr>
        <p:grpSpPr>
          <a:xfrm>
            <a:off x="0" y="0"/>
            <a:ext cx="507987" cy="1828754"/>
            <a:chOff x="0" y="0"/>
            <a:chExt cx="381000" cy="1371600"/>
          </a:xfrm>
        </p:grpSpPr>
        <p:sp>
          <p:nvSpPr>
            <p:cNvPr id="58" name="Google Shape;58;g3086943f9be_0_51"/>
            <p:cNvSpPr/>
            <p:nvPr/>
          </p:nvSpPr>
          <p:spPr>
            <a:xfrm>
              <a:off x="0" y="0"/>
              <a:ext cx="381000" cy="685800"/>
            </a:xfrm>
            <a:prstGeom prst="rect">
              <a:avLst/>
            </a:prstGeom>
            <a:solidFill>
              <a:srgbClr val="0F75BD"/>
            </a:solidFill>
            <a:ln>
              <a:noFill/>
            </a:ln>
          </p:spPr>
          <p:txBody>
            <a:bodyPr anchorCtr="0" anchor="ctr" bIns="60925" lIns="121900" spcFirstLastPara="1" rIns="121900" wrap="square" tIns="609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9" name="Google Shape;59;g3086943f9be_0_51"/>
            <p:cNvSpPr/>
            <p:nvPr/>
          </p:nvSpPr>
          <p:spPr>
            <a:xfrm>
              <a:off x="0" y="685800"/>
              <a:ext cx="381000" cy="685800"/>
            </a:xfrm>
            <a:prstGeom prst="rect">
              <a:avLst/>
            </a:prstGeom>
            <a:solidFill>
              <a:srgbClr val="25AAE2"/>
            </a:solidFill>
            <a:ln>
              <a:noFill/>
            </a:ln>
          </p:spPr>
          <p:txBody>
            <a:bodyPr anchorCtr="0" anchor="ctr" bIns="60925" lIns="121900" spcFirstLastPara="1" rIns="121900" wrap="square" tIns="609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60" name="Google Shape;60;g3086943f9be_0_5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825033" y="138533"/>
            <a:ext cx="1219200" cy="1219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1" name="Google Shape;61;g3086943f9be_0_51"/>
          <p:cNvPicPr preferRelativeResize="0"/>
          <p:nvPr/>
        </p:nvPicPr>
        <p:blipFill rotWithShape="1">
          <a:blip r:embed="rId3">
            <a:alphaModFix/>
          </a:blip>
          <a:srcRect b="8175" l="0" r="12633" t="14764"/>
          <a:stretch/>
        </p:blipFill>
        <p:spPr>
          <a:xfrm>
            <a:off x="562700" y="425333"/>
            <a:ext cx="1839710" cy="978133"/>
          </a:xfrm>
          <a:prstGeom prst="rect">
            <a:avLst/>
          </a:prstGeom>
          <a:noFill/>
          <a:ln>
            <a:noFill/>
          </a:ln>
        </p:spPr>
      </p:pic>
      <p:sp>
        <p:nvSpPr>
          <p:cNvPr id="62" name="Google Shape;62;g3086943f9be_0_51"/>
          <p:cNvSpPr txBox="1"/>
          <p:nvPr>
            <p:ph idx="1" type="subTitle"/>
          </p:nvPr>
        </p:nvSpPr>
        <p:spPr>
          <a:xfrm>
            <a:off x="562700" y="1299900"/>
            <a:ext cx="7121700" cy="5289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900">
                <a:solidFill>
                  <a:srgbClr val="000000"/>
                </a:solidFill>
              </a:defRPr>
            </a:lvl1pPr>
            <a:lvl2pPr lvl="1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None/>
              <a:defRPr/>
            </a:lvl2pPr>
            <a:lvl3pPr lvl="2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None/>
              <a:defRPr/>
            </a:lvl3pPr>
            <a:lvl4pPr lvl="3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None/>
              <a:defRPr/>
            </a:lvl4pPr>
            <a:lvl5pPr lvl="4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None/>
              <a:defRPr/>
            </a:lvl5pPr>
            <a:lvl6pPr lvl="5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None/>
              <a:defRPr/>
            </a:lvl6pPr>
            <a:lvl7pPr lvl="6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None/>
              <a:defRPr/>
            </a:lvl7pPr>
            <a:lvl8pPr lvl="7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None/>
              <a:defRPr/>
            </a:lvl8pPr>
            <a:lvl9pPr lvl="8" algn="l">
              <a:lnSpc>
                <a:spcPct val="115000"/>
              </a:lnSpc>
              <a:spcBef>
                <a:spcPts val="2100"/>
              </a:spcBef>
              <a:spcAft>
                <a:spcPts val="2100"/>
              </a:spcAft>
              <a:buSzPts val="1900"/>
              <a:buNone/>
              <a:defRPr/>
            </a:lvl9pPr>
          </a:lstStyle>
          <a:p/>
        </p:txBody>
      </p:sp>
      <p:sp>
        <p:nvSpPr>
          <p:cNvPr id="63" name="Google Shape;63;g3086943f9be_0_51"/>
          <p:cNvSpPr txBox="1"/>
          <p:nvPr>
            <p:ph idx="2" type="body"/>
          </p:nvPr>
        </p:nvSpPr>
        <p:spPr>
          <a:xfrm>
            <a:off x="562700" y="2095600"/>
            <a:ext cx="9777300" cy="39201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>
            <a:lvl1pPr indent="-3810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1pPr>
            <a:lvl2pPr indent="-361950" lvl="1" marL="9144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2100"/>
              <a:buChar char="○"/>
              <a:defRPr sz="2100"/>
            </a:lvl2pPr>
            <a:lvl3pPr indent="-361950" lvl="2" marL="13716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2100"/>
              <a:buChar char="■"/>
              <a:defRPr sz="2100"/>
            </a:lvl3pPr>
            <a:lvl4pPr indent="-361950" lvl="3" marL="18288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2100"/>
              <a:buChar char="●"/>
              <a:defRPr sz="2100"/>
            </a:lvl4pPr>
            <a:lvl5pPr indent="-361950" lvl="4" marL="22860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2100"/>
              <a:buChar char="○"/>
              <a:defRPr sz="2100"/>
            </a:lvl5pPr>
            <a:lvl6pPr indent="-361950" lvl="5" marL="27432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2100"/>
              <a:buChar char="■"/>
              <a:defRPr sz="2100"/>
            </a:lvl6pPr>
            <a:lvl7pPr indent="-361950" lvl="6" marL="32004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2100"/>
              <a:buChar char="●"/>
              <a:defRPr sz="2100"/>
            </a:lvl7pPr>
            <a:lvl8pPr indent="-361950" lvl="7" marL="36576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2100"/>
              <a:buChar char="○"/>
              <a:defRPr sz="2100"/>
            </a:lvl8pPr>
            <a:lvl9pPr indent="-349250" lvl="8" marL="4114800" algn="l">
              <a:lnSpc>
                <a:spcPct val="115000"/>
              </a:lnSpc>
              <a:spcBef>
                <a:spcPts val="2100"/>
              </a:spcBef>
              <a:spcAft>
                <a:spcPts val="2100"/>
              </a:spcAft>
              <a:buSzPts val="19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- Content 2 columns 2">
  <p:cSld name="TITLE_AND_TWO_COLUMNS_3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086943f9be_0_59"/>
          <p:cNvSpPr txBox="1"/>
          <p:nvPr>
            <p:ph idx="1" type="body"/>
          </p:nvPr>
        </p:nvSpPr>
        <p:spPr>
          <a:xfrm>
            <a:off x="6579967" y="2095600"/>
            <a:ext cx="53331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>
            <a:lvl1pPr indent="-3619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Char char="●"/>
              <a:defRPr/>
            </a:lvl1pPr>
            <a:lvl2pPr indent="-349250" lvl="1" marL="9144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Char char="○"/>
              <a:defRPr/>
            </a:lvl2pPr>
            <a:lvl3pPr indent="-349250" lvl="2" marL="13716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Char char="■"/>
              <a:defRPr/>
            </a:lvl3pPr>
            <a:lvl4pPr indent="-349250" lvl="3" marL="18288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Char char="●"/>
              <a:defRPr/>
            </a:lvl4pPr>
            <a:lvl5pPr indent="-349250" lvl="4" marL="22860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Char char="○"/>
              <a:defRPr/>
            </a:lvl5pPr>
            <a:lvl6pPr indent="-349250" lvl="5" marL="27432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Char char="■"/>
              <a:defRPr/>
            </a:lvl6pPr>
            <a:lvl7pPr indent="-349250" lvl="6" marL="32004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Char char="●"/>
              <a:defRPr/>
            </a:lvl7pPr>
            <a:lvl8pPr indent="-349250" lvl="7" marL="36576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Char char="○"/>
              <a:defRPr/>
            </a:lvl8pPr>
            <a:lvl9pPr indent="-349250" lvl="8" marL="4114800" algn="l">
              <a:lnSpc>
                <a:spcPct val="115000"/>
              </a:lnSpc>
              <a:spcBef>
                <a:spcPts val="2100"/>
              </a:spcBef>
              <a:spcAft>
                <a:spcPts val="2100"/>
              </a:spcAft>
              <a:buSzPts val="1900"/>
              <a:buChar char="■"/>
              <a:defRPr/>
            </a:lvl9pPr>
          </a:lstStyle>
          <a:p/>
        </p:txBody>
      </p:sp>
      <p:sp>
        <p:nvSpPr>
          <p:cNvPr id="66" name="Google Shape;66;g3086943f9be_0_59"/>
          <p:cNvSpPr txBox="1"/>
          <p:nvPr>
            <p:ph idx="12" type="sldNum"/>
          </p:nvPr>
        </p:nvSpPr>
        <p:spPr>
          <a:xfrm>
            <a:off x="11296611" y="6217623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7" name="Google Shape;67;g3086943f9be_0_59"/>
          <p:cNvSpPr txBox="1"/>
          <p:nvPr>
            <p:ph type="title"/>
          </p:nvPr>
        </p:nvSpPr>
        <p:spPr>
          <a:xfrm>
            <a:off x="562700" y="593367"/>
            <a:ext cx="89856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68" name="Google Shape;68;g3086943f9be_0_59"/>
          <p:cNvSpPr txBox="1"/>
          <p:nvPr>
            <p:ph idx="2" type="subTitle"/>
          </p:nvPr>
        </p:nvSpPr>
        <p:spPr>
          <a:xfrm>
            <a:off x="562700" y="1299900"/>
            <a:ext cx="712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900">
                <a:solidFill>
                  <a:srgbClr val="000000"/>
                </a:solidFill>
              </a:defRPr>
            </a:lvl1pPr>
            <a:lvl2pPr lvl="1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None/>
              <a:defRPr/>
            </a:lvl2pPr>
            <a:lvl3pPr lvl="2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None/>
              <a:defRPr/>
            </a:lvl3pPr>
            <a:lvl4pPr lvl="3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None/>
              <a:defRPr/>
            </a:lvl4pPr>
            <a:lvl5pPr lvl="4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None/>
              <a:defRPr/>
            </a:lvl5pPr>
            <a:lvl6pPr lvl="5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None/>
              <a:defRPr/>
            </a:lvl6pPr>
            <a:lvl7pPr lvl="6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None/>
              <a:defRPr/>
            </a:lvl7pPr>
            <a:lvl8pPr lvl="7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None/>
              <a:defRPr/>
            </a:lvl8pPr>
            <a:lvl9pPr lvl="8" algn="l">
              <a:lnSpc>
                <a:spcPct val="115000"/>
              </a:lnSpc>
              <a:spcBef>
                <a:spcPts val="2100"/>
              </a:spcBef>
              <a:spcAft>
                <a:spcPts val="2100"/>
              </a:spcAft>
              <a:buSzPts val="1900"/>
              <a:buNone/>
              <a:defRPr/>
            </a:lvl9pPr>
          </a:lstStyle>
          <a:p/>
        </p:txBody>
      </p:sp>
      <p:sp>
        <p:nvSpPr>
          <p:cNvPr id="69" name="Google Shape;69;g3086943f9be_0_59"/>
          <p:cNvSpPr txBox="1"/>
          <p:nvPr>
            <p:ph idx="3" type="body"/>
          </p:nvPr>
        </p:nvSpPr>
        <p:spPr>
          <a:xfrm>
            <a:off x="562700" y="2095600"/>
            <a:ext cx="5333100" cy="39201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>
            <a:lvl1pPr indent="-3619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Char char="●"/>
              <a:defRPr/>
            </a:lvl1pPr>
            <a:lvl2pPr indent="-349250" lvl="1" marL="9144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Char char="○"/>
              <a:defRPr/>
            </a:lvl2pPr>
            <a:lvl3pPr indent="-349250" lvl="2" marL="13716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Char char="■"/>
              <a:defRPr/>
            </a:lvl3pPr>
            <a:lvl4pPr indent="-349250" lvl="3" marL="18288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Char char="●"/>
              <a:defRPr/>
            </a:lvl4pPr>
            <a:lvl5pPr indent="-349250" lvl="4" marL="22860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Char char="○"/>
              <a:defRPr/>
            </a:lvl5pPr>
            <a:lvl6pPr indent="-349250" lvl="5" marL="27432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Char char="■"/>
              <a:defRPr/>
            </a:lvl6pPr>
            <a:lvl7pPr indent="-349250" lvl="6" marL="32004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Char char="●"/>
              <a:defRPr/>
            </a:lvl7pPr>
            <a:lvl8pPr indent="-349250" lvl="7" marL="36576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Char char="○"/>
              <a:defRPr/>
            </a:lvl8pPr>
            <a:lvl9pPr indent="-349250" lvl="8" marL="4114800" algn="l">
              <a:lnSpc>
                <a:spcPct val="115000"/>
              </a:lnSpc>
              <a:spcBef>
                <a:spcPts val="2100"/>
              </a:spcBef>
              <a:spcAft>
                <a:spcPts val="2100"/>
              </a:spcAft>
              <a:buSzPts val="19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 you slide">
  <p:cSld name="Thank you slide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086943f9be_0_65"/>
          <p:cNvSpPr txBox="1"/>
          <p:nvPr/>
        </p:nvSpPr>
        <p:spPr>
          <a:xfrm>
            <a:off x="415611" y="992767"/>
            <a:ext cx="11360700" cy="2736900"/>
          </a:xfrm>
          <a:prstGeom prst="rect">
            <a:avLst/>
          </a:prstGeom>
          <a:noFill/>
          <a:ln>
            <a:noFill/>
          </a:ln>
        </p:spPr>
        <p:txBody>
          <a:bodyPr anchorCtr="0" anchor="b" bIns="121900" lIns="121900" spcFirstLastPara="1" rIns="121900" wrap="square" tIns="1219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900"/>
              <a:buFont typeface="Arial"/>
              <a:buNone/>
            </a:pPr>
            <a:r>
              <a:rPr b="0" i="0" lang="en-US" sz="6900" u="none" cap="none" strike="noStrike">
                <a:solidFill>
                  <a:srgbClr val="365F9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Thank</a:t>
            </a:r>
            <a:r>
              <a:rPr b="0" i="0" lang="en-US" sz="69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b="0" i="0" lang="en-US" sz="6900" u="none" cap="none" strike="noStrike">
                <a:solidFill>
                  <a:srgbClr val="039BE5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you!</a:t>
            </a:r>
            <a:endParaRPr b="0" i="0" sz="6900" u="none" cap="none" strike="noStrike">
              <a:solidFill>
                <a:srgbClr val="999999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sp>
        <p:nvSpPr>
          <p:cNvPr id="72" name="Google Shape;72;g3086943f9be_0_65"/>
          <p:cNvSpPr txBox="1"/>
          <p:nvPr/>
        </p:nvSpPr>
        <p:spPr>
          <a:xfrm>
            <a:off x="415600" y="3778833"/>
            <a:ext cx="11360700" cy="10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700"/>
              <a:buFont typeface="Arial"/>
              <a:buNone/>
            </a:pPr>
            <a:r>
              <a:rPr b="0" i="0" lang="en-US" sz="3700" u="none" cap="none" strike="noStrike">
                <a:solidFill>
                  <a:srgbClr val="59595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Happy Learning :)</a:t>
            </a:r>
            <a:endParaRPr b="0" i="0" sz="3700" u="none" cap="none" strike="noStrike">
              <a:solidFill>
                <a:srgbClr val="595959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- Content 1">
  <p:cSld name="Slide - Content 1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3086943f9be_0_68"/>
          <p:cNvSpPr txBox="1"/>
          <p:nvPr>
            <p:ph type="title"/>
          </p:nvPr>
        </p:nvSpPr>
        <p:spPr>
          <a:xfrm>
            <a:off x="562700" y="593367"/>
            <a:ext cx="89856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75" name="Google Shape;75;g3086943f9be_0_68"/>
          <p:cNvSpPr txBox="1"/>
          <p:nvPr>
            <p:ph idx="12" type="sldNum"/>
          </p:nvPr>
        </p:nvSpPr>
        <p:spPr>
          <a:xfrm>
            <a:off x="11296611" y="6217623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76" name="Google Shape;76;g3086943f9be_0_68"/>
          <p:cNvSpPr txBox="1"/>
          <p:nvPr>
            <p:ph idx="1" type="subTitle"/>
          </p:nvPr>
        </p:nvSpPr>
        <p:spPr>
          <a:xfrm>
            <a:off x="562700" y="1299900"/>
            <a:ext cx="712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900">
                <a:solidFill>
                  <a:srgbClr val="000000"/>
                </a:solidFill>
              </a:defRPr>
            </a:lvl1pPr>
            <a:lvl2pPr lvl="1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None/>
              <a:defRPr/>
            </a:lvl2pPr>
            <a:lvl3pPr lvl="2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None/>
              <a:defRPr/>
            </a:lvl3pPr>
            <a:lvl4pPr lvl="3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None/>
              <a:defRPr/>
            </a:lvl4pPr>
            <a:lvl5pPr lvl="4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None/>
              <a:defRPr/>
            </a:lvl5pPr>
            <a:lvl6pPr lvl="5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None/>
              <a:defRPr/>
            </a:lvl6pPr>
            <a:lvl7pPr lvl="6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None/>
              <a:defRPr/>
            </a:lvl7pPr>
            <a:lvl8pPr lvl="7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None/>
              <a:defRPr/>
            </a:lvl8pPr>
            <a:lvl9pPr lvl="8" algn="l">
              <a:lnSpc>
                <a:spcPct val="115000"/>
              </a:lnSpc>
              <a:spcBef>
                <a:spcPts val="2100"/>
              </a:spcBef>
              <a:spcAft>
                <a:spcPts val="2100"/>
              </a:spcAft>
              <a:buSzPts val="1900"/>
              <a:buNone/>
              <a:defRPr/>
            </a:lvl9pPr>
          </a:lstStyle>
          <a:p/>
        </p:txBody>
      </p:sp>
      <p:sp>
        <p:nvSpPr>
          <p:cNvPr id="77" name="Google Shape;77;g3086943f9be_0_68"/>
          <p:cNvSpPr txBox="1"/>
          <p:nvPr>
            <p:ph idx="2" type="body"/>
          </p:nvPr>
        </p:nvSpPr>
        <p:spPr>
          <a:xfrm>
            <a:off x="562700" y="2095600"/>
            <a:ext cx="9777300" cy="39201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>
            <a:lvl1pPr indent="-3619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Char char="●"/>
              <a:defRPr/>
            </a:lvl1pPr>
            <a:lvl2pPr indent="-349250" lvl="1" marL="9144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Char char="○"/>
              <a:defRPr/>
            </a:lvl2pPr>
            <a:lvl3pPr indent="-349250" lvl="2" marL="13716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Char char="■"/>
              <a:defRPr/>
            </a:lvl3pPr>
            <a:lvl4pPr indent="-349250" lvl="3" marL="18288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Char char="●"/>
              <a:defRPr/>
            </a:lvl4pPr>
            <a:lvl5pPr indent="-349250" lvl="4" marL="22860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Char char="○"/>
              <a:defRPr/>
            </a:lvl5pPr>
            <a:lvl6pPr indent="-349250" lvl="5" marL="27432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Char char="■"/>
              <a:defRPr/>
            </a:lvl6pPr>
            <a:lvl7pPr indent="-349250" lvl="6" marL="32004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Char char="●"/>
              <a:defRPr/>
            </a:lvl7pPr>
            <a:lvl8pPr indent="-349250" lvl="7" marL="36576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Char char="○"/>
              <a:defRPr/>
            </a:lvl8pPr>
            <a:lvl9pPr indent="-349250" lvl="8" marL="4114800" algn="l">
              <a:lnSpc>
                <a:spcPct val="115000"/>
              </a:lnSpc>
              <a:spcBef>
                <a:spcPts val="2100"/>
              </a:spcBef>
              <a:spcAft>
                <a:spcPts val="2100"/>
              </a:spcAft>
              <a:buSzPts val="19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Divider 1">
  <p:cSld name="Section Divider 1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3086943f9be_0_73"/>
          <p:cNvSpPr txBox="1"/>
          <p:nvPr>
            <p:ph type="title"/>
          </p:nvPr>
        </p:nvSpPr>
        <p:spPr>
          <a:xfrm>
            <a:off x="415600" y="2867800"/>
            <a:ext cx="11360700" cy="112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80" name="Google Shape;80;g3086943f9be_0_73"/>
          <p:cNvSpPr txBox="1"/>
          <p:nvPr>
            <p:ph idx="12" type="sldNum"/>
          </p:nvPr>
        </p:nvSpPr>
        <p:spPr>
          <a:xfrm>
            <a:off x="11296611" y="6217623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 2">
  <p:cSld name="OBJECT_3"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3086943f9be_0_76"/>
          <p:cNvSpPr txBox="1"/>
          <p:nvPr>
            <p:ph type="title"/>
          </p:nvPr>
        </p:nvSpPr>
        <p:spPr>
          <a:xfrm>
            <a:off x="1047733" y="628659"/>
            <a:ext cx="9390000" cy="1675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900"/>
              <a:buNone/>
              <a:defRPr b="0" i="0" sz="40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9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9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9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9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9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9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9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900"/>
              <a:buNone/>
              <a:defRPr/>
            </a:lvl9pPr>
          </a:lstStyle>
          <a:p/>
        </p:txBody>
      </p:sp>
      <p:sp>
        <p:nvSpPr>
          <p:cNvPr id="83" name="Google Shape;83;g3086943f9be_0_76"/>
          <p:cNvSpPr txBox="1"/>
          <p:nvPr>
            <p:ph idx="1" type="body"/>
          </p:nvPr>
        </p:nvSpPr>
        <p:spPr>
          <a:xfrm>
            <a:off x="2879955" y="2792019"/>
            <a:ext cx="7520100" cy="210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b="0" i="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2pPr>
            <a:lvl3pPr indent="-2286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3pPr>
            <a:lvl4pPr indent="-2286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4pPr>
            <a:lvl5pPr indent="-2286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5pPr>
            <a:lvl6pPr indent="-2286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6pPr>
            <a:lvl7pPr indent="-2286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7pPr>
            <a:lvl8pPr indent="-2286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8pPr>
            <a:lvl9pPr indent="-2286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9pPr>
          </a:lstStyle>
          <a:p/>
        </p:txBody>
      </p:sp>
      <p:sp>
        <p:nvSpPr>
          <p:cNvPr id="84" name="Google Shape;84;g3086943f9be_0_76"/>
          <p:cNvSpPr txBox="1"/>
          <p:nvPr>
            <p:ph idx="11" type="ftr"/>
          </p:nvPr>
        </p:nvSpPr>
        <p:spPr>
          <a:xfrm>
            <a:off x="4145280" y="6377940"/>
            <a:ext cx="39015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5" name="Google Shape;85;g3086943f9be_0_76"/>
          <p:cNvSpPr txBox="1"/>
          <p:nvPr>
            <p:ph idx="10" type="dt"/>
          </p:nvPr>
        </p:nvSpPr>
        <p:spPr>
          <a:xfrm>
            <a:off x="609600" y="6377940"/>
            <a:ext cx="28041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6" name="Google Shape;86;g3086943f9be_0_76"/>
          <p:cNvSpPr txBox="1"/>
          <p:nvPr>
            <p:ph idx="12" type="sldNum"/>
          </p:nvPr>
        </p:nvSpPr>
        <p:spPr>
          <a:xfrm>
            <a:off x="8778240" y="6377940"/>
            <a:ext cx="28041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7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7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7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7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7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7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7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7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7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chemeClr val="dk2"/>
              </a:solidFill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lease Note Slide 1">
  <p:cSld name="Please Note Slide 1"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3086943f9be_0_82"/>
          <p:cNvSpPr txBox="1"/>
          <p:nvPr>
            <p:ph idx="12" type="sldNum"/>
          </p:nvPr>
        </p:nvSpPr>
        <p:spPr>
          <a:xfrm>
            <a:off x="11296611" y="6217623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89" name="Google Shape;89;g3086943f9be_0_82"/>
          <p:cNvPicPr preferRelativeResize="0"/>
          <p:nvPr/>
        </p:nvPicPr>
        <p:blipFill rotWithShape="1">
          <a:blip r:embed="rId2">
            <a:alphaModFix/>
          </a:blip>
          <a:srcRect b="4687" l="11594" r="10690" t="4093"/>
          <a:stretch/>
        </p:blipFill>
        <p:spPr>
          <a:xfrm>
            <a:off x="562700" y="217267"/>
            <a:ext cx="1258733" cy="1082633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g3086943f9be_0_82"/>
          <p:cNvSpPr txBox="1"/>
          <p:nvPr>
            <p:ph idx="1" type="subTitle"/>
          </p:nvPr>
        </p:nvSpPr>
        <p:spPr>
          <a:xfrm>
            <a:off x="562700" y="1299900"/>
            <a:ext cx="7121700" cy="6297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900">
                <a:solidFill>
                  <a:srgbClr val="000000"/>
                </a:solidFill>
              </a:defRPr>
            </a:lvl1pPr>
            <a:lvl2pPr lvl="1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None/>
              <a:defRPr/>
            </a:lvl2pPr>
            <a:lvl3pPr lvl="2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None/>
              <a:defRPr/>
            </a:lvl3pPr>
            <a:lvl4pPr lvl="3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None/>
              <a:defRPr/>
            </a:lvl4pPr>
            <a:lvl5pPr lvl="4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None/>
              <a:defRPr/>
            </a:lvl5pPr>
            <a:lvl6pPr lvl="5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None/>
              <a:defRPr/>
            </a:lvl6pPr>
            <a:lvl7pPr lvl="6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None/>
              <a:defRPr/>
            </a:lvl7pPr>
            <a:lvl8pPr lvl="7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None/>
              <a:defRPr/>
            </a:lvl8pPr>
            <a:lvl9pPr lvl="8" algn="l">
              <a:lnSpc>
                <a:spcPct val="115000"/>
              </a:lnSpc>
              <a:spcBef>
                <a:spcPts val="2100"/>
              </a:spcBef>
              <a:spcAft>
                <a:spcPts val="2100"/>
              </a:spcAft>
              <a:buSzPts val="1900"/>
              <a:buNone/>
              <a:defRPr/>
            </a:lvl9pPr>
          </a:lstStyle>
          <a:p/>
        </p:txBody>
      </p:sp>
      <p:sp>
        <p:nvSpPr>
          <p:cNvPr id="91" name="Google Shape;91;g3086943f9be_0_82"/>
          <p:cNvSpPr txBox="1"/>
          <p:nvPr>
            <p:ph idx="2" type="body"/>
          </p:nvPr>
        </p:nvSpPr>
        <p:spPr>
          <a:xfrm>
            <a:off x="562700" y="2095600"/>
            <a:ext cx="9777300" cy="39201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>
            <a:lvl1pPr indent="-3810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1pPr>
            <a:lvl2pPr indent="-361950" lvl="1" marL="9144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2100"/>
              <a:buChar char="○"/>
              <a:defRPr sz="2100"/>
            </a:lvl2pPr>
            <a:lvl3pPr indent="-361950" lvl="2" marL="13716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2100"/>
              <a:buChar char="■"/>
              <a:defRPr sz="2100"/>
            </a:lvl3pPr>
            <a:lvl4pPr indent="-361950" lvl="3" marL="18288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2100"/>
              <a:buChar char="●"/>
              <a:defRPr sz="2100"/>
            </a:lvl4pPr>
            <a:lvl5pPr indent="-361950" lvl="4" marL="22860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2100"/>
              <a:buChar char="○"/>
              <a:defRPr sz="2100"/>
            </a:lvl5pPr>
            <a:lvl6pPr indent="-361950" lvl="5" marL="27432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2100"/>
              <a:buChar char="■"/>
              <a:defRPr sz="2100"/>
            </a:lvl6pPr>
            <a:lvl7pPr indent="-361950" lvl="6" marL="32004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2100"/>
              <a:buChar char="●"/>
              <a:defRPr sz="2100"/>
            </a:lvl7pPr>
            <a:lvl8pPr indent="-361950" lvl="7" marL="36576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2100"/>
              <a:buChar char="○"/>
              <a:defRPr sz="2100"/>
            </a:lvl8pPr>
            <a:lvl9pPr indent="-361950" lvl="8" marL="4114800" algn="l">
              <a:lnSpc>
                <a:spcPct val="115000"/>
              </a:lnSpc>
              <a:spcBef>
                <a:spcPts val="2100"/>
              </a:spcBef>
              <a:spcAft>
                <a:spcPts val="2100"/>
              </a:spcAft>
              <a:buSzPts val="2100"/>
              <a:buChar char="■"/>
              <a:defRPr sz="2100"/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 3">
  <p:cSld name="OBJECT_4"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086943f9be_0_87"/>
          <p:cNvSpPr txBox="1"/>
          <p:nvPr>
            <p:ph type="title"/>
          </p:nvPr>
        </p:nvSpPr>
        <p:spPr>
          <a:xfrm>
            <a:off x="1047733" y="628659"/>
            <a:ext cx="9390000" cy="1675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900"/>
              <a:buNone/>
              <a:defRPr b="0" i="0" sz="40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9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9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9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9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9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9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9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900"/>
              <a:buNone/>
              <a:defRPr/>
            </a:lvl9pPr>
          </a:lstStyle>
          <a:p/>
        </p:txBody>
      </p:sp>
      <p:sp>
        <p:nvSpPr>
          <p:cNvPr id="94" name="Google Shape;94;g3086943f9be_0_87"/>
          <p:cNvSpPr txBox="1"/>
          <p:nvPr>
            <p:ph idx="1" type="body"/>
          </p:nvPr>
        </p:nvSpPr>
        <p:spPr>
          <a:xfrm>
            <a:off x="2879955" y="2792019"/>
            <a:ext cx="7520100" cy="210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b="0" i="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2pPr>
            <a:lvl3pPr indent="-2286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3pPr>
            <a:lvl4pPr indent="-2286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4pPr>
            <a:lvl5pPr indent="-2286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5pPr>
            <a:lvl6pPr indent="-2286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6pPr>
            <a:lvl7pPr indent="-2286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7pPr>
            <a:lvl8pPr indent="-2286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8pPr>
            <a:lvl9pPr indent="-2286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9pPr>
          </a:lstStyle>
          <a:p/>
        </p:txBody>
      </p:sp>
      <p:sp>
        <p:nvSpPr>
          <p:cNvPr id="95" name="Google Shape;95;g3086943f9be_0_87"/>
          <p:cNvSpPr txBox="1"/>
          <p:nvPr>
            <p:ph idx="11" type="ftr"/>
          </p:nvPr>
        </p:nvSpPr>
        <p:spPr>
          <a:xfrm>
            <a:off x="4145280" y="6377940"/>
            <a:ext cx="39015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6" name="Google Shape;96;g3086943f9be_0_87"/>
          <p:cNvSpPr txBox="1"/>
          <p:nvPr>
            <p:ph idx="10" type="dt"/>
          </p:nvPr>
        </p:nvSpPr>
        <p:spPr>
          <a:xfrm>
            <a:off x="609600" y="6377940"/>
            <a:ext cx="28041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7" name="Google Shape;97;g3086943f9be_0_87"/>
          <p:cNvSpPr txBox="1"/>
          <p:nvPr>
            <p:ph idx="12" type="sldNum"/>
          </p:nvPr>
        </p:nvSpPr>
        <p:spPr>
          <a:xfrm>
            <a:off x="8778240" y="6377940"/>
            <a:ext cx="28041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7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7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7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7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7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7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7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7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7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chemeClr val="dk2"/>
              </a:solidFill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- Content">
  <p:cSld name="TITLE_AND_BODY_1"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086943f9be_0_93"/>
          <p:cNvSpPr txBox="1"/>
          <p:nvPr>
            <p:ph type="title"/>
          </p:nvPr>
        </p:nvSpPr>
        <p:spPr>
          <a:xfrm>
            <a:off x="562700" y="593367"/>
            <a:ext cx="89856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100" name="Google Shape;100;g3086943f9be_0_93"/>
          <p:cNvSpPr txBox="1"/>
          <p:nvPr>
            <p:ph idx="12" type="sldNum"/>
          </p:nvPr>
        </p:nvSpPr>
        <p:spPr>
          <a:xfrm>
            <a:off x="11296611" y="6217623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01" name="Google Shape;101;g3086943f9be_0_93"/>
          <p:cNvSpPr txBox="1"/>
          <p:nvPr>
            <p:ph idx="1" type="subTitle"/>
          </p:nvPr>
        </p:nvSpPr>
        <p:spPr>
          <a:xfrm>
            <a:off x="562700" y="1299900"/>
            <a:ext cx="712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900">
                <a:solidFill>
                  <a:srgbClr val="000000"/>
                </a:solidFill>
              </a:defRPr>
            </a:lvl1pPr>
            <a:lvl2pPr lvl="1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None/>
              <a:defRPr/>
            </a:lvl2pPr>
            <a:lvl3pPr lvl="2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None/>
              <a:defRPr/>
            </a:lvl3pPr>
            <a:lvl4pPr lvl="3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None/>
              <a:defRPr/>
            </a:lvl4pPr>
            <a:lvl5pPr lvl="4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None/>
              <a:defRPr/>
            </a:lvl5pPr>
            <a:lvl6pPr lvl="5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None/>
              <a:defRPr/>
            </a:lvl6pPr>
            <a:lvl7pPr lvl="6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None/>
              <a:defRPr/>
            </a:lvl7pPr>
            <a:lvl8pPr lvl="7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None/>
              <a:defRPr/>
            </a:lvl8pPr>
            <a:lvl9pPr lvl="8" algn="l">
              <a:lnSpc>
                <a:spcPct val="115000"/>
              </a:lnSpc>
              <a:spcBef>
                <a:spcPts val="2100"/>
              </a:spcBef>
              <a:spcAft>
                <a:spcPts val="2100"/>
              </a:spcAft>
              <a:buSzPts val="1900"/>
              <a:buNone/>
              <a:defRPr/>
            </a:lvl9pPr>
          </a:lstStyle>
          <a:p/>
        </p:txBody>
      </p:sp>
      <p:sp>
        <p:nvSpPr>
          <p:cNvPr id="102" name="Google Shape;102;g3086943f9be_0_93"/>
          <p:cNvSpPr txBox="1"/>
          <p:nvPr>
            <p:ph idx="2" type="body"/>
          </p:nvPr>
        </p:nvSpPr>
        <p:spPr>
          <a:xfrm>
            <a:off x="562700" y="2095600"/>
            <a:ext cx="9777300" cy="39201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>
            <a:lvl1pPr indent="-3619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Char char="●"/>
              <a:defRPr/>
            </a:lvl1pPr>
            <a:lvl2pPr indent="-349250" lvl="1" marL="9144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Char char="○"/>
              <a:defRPr/>
            </a:lvl2pPr>
            <a:lvl3pPr indent="-349250" lvl="2" marL="13716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Char char="■"/>
              <a:defRPr/>
            </a:lvl3pPr>
            <a:lvl4pPr indent="-349250" lvl="3" marL="18288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Char char="●"/>
              <a:defRPr/>
            </a:lvl4pPr>
            <a:lvl5pPr indent="-349250" lvl="4" marL="22860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Char char="○"/>
              <a:defRPr/>
            </a:lvl5pPr>
            <a:lvl6pPr indent="-349250" lvl="5" marL="27432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Char char="■"/>
              <a:defRPr/>
            </a:lvl6pPr>
            <a:lvl7pPr indent="-349250" lvl="6" marL="32004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Char char="●"/>
              <a:defRPr/>
            </a:lvl7pPr>
            <a:lvl8pPr indent="-349250" lvl="7" marL="36576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Char char="○"/>
              <a:defRPr/>
            </a:lvl8pPr>
            <a:lvl9pPr indent="-349250" lvl="8" marL="4114800" algn="l">
              <a:lnSpc>
                <a:spcPct val="115000"/>
              </a:lnSpc>
              <a:spcBef>
                <a:spcPts val="2100"/>
              </a:spcBef>
              <a:spcAft>
                <a:spcPts val="2100"/>
              </a:spcAft>
              <a:buSzPts val="19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Y Slide 1">
  <p:cSld name="DIY Slide 1"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086943f9be_0_98"/>
          <p:cNvSpPr txBox="1"/>
          <p:nvPr>
            <p:ph idx="12" type="sldNum"/>
          </p:nvPr>
        </p:nvSpPr>
        <p:spPr>
          <a:xfrm>
            <a:off x="11296611" y="6217623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05" name="Google Shape;105;g3086943f9be_0_98"/>
          <p:cNvPicPr preferRelativeResize="0"/>
          <p:nvPr/>
        </p:nvPicPr>
        <p:blipFill rotWithShape="1">
          <a:blip r:embed="rId2">
            <a:alphaModFix/>
          </a:blip>
          <a:srcRect b="23340" l="18269" r="27372" t="18234"/>
          <a:stretch/>
        </p:blipFill>
        <p:spPr>
          <a:xfrm>
            <a:off x="562700" y="400067"/>
            <a:ext cx="1423131" cy="899836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g3086943f9be_0_98"/>
          <p:cNvSpPr txBox="1"/>
          <p:nvPr>
            <p:ph idx="1" type="subTitle"/>
          </p:nvPr>
        </p:nvSpPr>
        <p:spPr>
          <a:xfrm>
            <a:off x="562700" y="1299900"/>
            <a:ext cx="712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900">
                <a:solidFill>
                  <a:srgbClr val="000000"/>
                </a:solidFill>
              </a:defRPr>
            </a:lvl1pPr>
            <a:lvl2pPr lvl="1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None/>
              <a:defRPr/>
            </a:lvl2pPr>
            <a:lvl3pPr lvl="2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None/>
              <a:defRPr/>
            </a:lvl3pPr>
            <a:lvl4pPr lvl="3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None/>
              <a:defRPr/>
            </a:lvl4pPr>
            <a:lvl5pPr lvl="4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None/>
              <a:defRPr/>
            </a:lvl5pPr>
            <a:lvl6pPr lvl="5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None/>
              <a:defRPr/>
            </a:lvl6pPr>
            <a:lvl7pPr lvl="6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None/>
              <a:defRPr/>
            </a:lvl7pPr>
            <a:lvl8pPr lvl="7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None/>
              <a:defRPr/>
            </a:lvl8pPr>
            <a:lvl9pPr lvl="8" algn="l">
              <a:lnSpc>
                <a:spcPct val="115000"/>
              </a:lnSpc>
              <a:spcBef>
                <a:spcPts val="2100"/>
              </a:spcBef>
              <a:spcAft>
                <a:spcPts val="2100"/>
              </a:spcAft>
              <a:buSzPts val="1900"/>
              <a:buNone/>
              <a:defRPr/>
            </a:lvl9pPr>
          </a:lstStyle>
          <a:p/>
        </p:txBody>
      </p:sp>
      <p:sp>
        <p:nvSpPr>
          <p:cNvPr id="107" name="Google Shape;107;g3086943f9be_0_98"/>
          <p:cNvSpPr txBox="1"/>
          <p:nvPr>
            <p:ph idx="2" type="body"/>
          </p:nvPr>
        </p:nvSpPr>
        <p:spPr>
          <a:xfrm>
            <a:off x="562700" y="2095600"/>
            <a:ext cx="9777300" cy="39201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>
            <a:lvl1pPr indent="-3810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1pPr>
            <a:lvl2pPr indent="-361950" lvl="1" marL="9144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2100"/>
              <a:buChar char="○"/>
              <a:defRPr sz="2100"/>
            </a:lvl2pPr>
            <a:lvl3pPr indent="-361950" lvl="2" marL="13716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2100"/>
              <a:buChar char="■"/>
              <a:defRPr sz="2100"/>
            </a:lvl3pPr>
            <a:lvl4pPr indent="-361950" lvl="3" marL="18288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2100"/>
              <a:buChar char="●"/>
              <a:defRPr sz="2100"/>
            </a:lvl4pPr>
            <a:lvl5pPr indent="-361950" lvl="4" marL="22860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2100"/>
              <a:buChar char="○"/>
              <a:defRPr sz="2100"/>
            </a:lvl5pPr>
            <a:lvl6pPr indent="-361950" lvl="5" marL="27432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2100"/>
              <a:buChar char="■"/>
              <a:defRPr sz="2100"/>
            </a:lvl6pPr>
            <a:lvl7pPr indent="-361950" lvl="6" marL="32004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2100"/>
              <a:buChar char="●"/>
              <a:defRPr sz="2100"/>
            </a:lvl7pPr>
            <a:lvl8pPr indent="-361950" lvl="7" marL="36576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2100"/>
              <a:buChar char="○"/>
              <a:defRPr sz="2100"/>
            </a:lvl8pPr>
            <a:lvl9pPr indent="-361950" lvl="8" marL="4114800" algn="l">
              <a:lnSpc>
                <a:spcPct val="115000"/>
              </a:lnSpc>
              <a:spcBef>
                <a:spcPts val="2100"/>
              </a:spcBef>
              <a:spcAft>
                <a:spcPts val="2100"/>
              </a:spcAft>
              <a:buSzPts val="2100"/>
              <a:buChar char="■"/>
              <a:defRPr sz="2100"/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Y Slide">
  <p:cSld name="TITLE_ONLY_2"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086943f9be_0_103"/>
          <p:cNvSpPr txBox="1"/>
          <p:nvPr>
            <p:ph idx="12" type="sldNum"/>
          </p:nvPr>
        </p:nvSpPr>
        <p:spPr>
          <a:xfrm>
            <a:off x="11296611" y="6217623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10" name="Google Shape;110;g3086943f9be_0_103"/>
          <p:cNvPicPr preferRelativeResize="0"/>
          <p:nvPr/>
        </p:nvPicPr>
        <p:blipFill rotWithShape="1">
          <a:blip r:embed="rId2">
            <a:alphaModFix/>
          </a:blip>
          <a:srcRect b="23340" l="18269" r="27372" t="18234"/>
          <a:stretch/>
        </p:blipFill>
        <p:spPr>
          <a:xfrm>
            <a:off x="562700" y="400067"/>
            <a:ext cx="1423131" cy="899836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g3086943f9be_0_103"/>
          <p:cNvSpPr txBox="1"/>
          <p:nvPr>
            <p:ph idx="1" type="subTitle"/>
          </p:nvPr>
        </p:nvSpPr>
        <p:spPr>
          <a:xfrm>
            <a:off x="562700" y="1299900"/>
            <a:ext cx="712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900">
                <a:solidFill>
                  <a:srgbClr val="000000"/>
                </a:solidFill>
              </a:defRPr>
            </a:lvl1pPr>
            <a:lvl2pPr lvl="1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None/>
              <a:defRPr/>
            </a:lvl2pPr>
            <a:lvl3pPr lvl="2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None/>
              <a:defRPr/>
            </a:lvl3pPr>
            <a:lvl4pPr lvl="3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None/>
              <a:defRPr/>
            </a:lvl4pPr>
            <a:lvl5pPr lvl="4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None/>
              <a:defRPr/>
            </a:lvl5pPr>
            <a:lvl6pPr lvl="5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None/>
              <a:defRPr/>
            </a:lvl6pPr>
            <a:lvl7pPr lvl="6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None/>
              <a:defRPr/>
            </a:lvl7pPr>
            <a:lvl8pPr lvl="7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None/>
              <a:defRPr/>
            </a:lvl8pPr>
            <a:lvl9pPr lvl="8" algn="l">
              <a:lnSpc>
                <a:spcPct val="115000"/>
              </a:lnSpc>
              <a:spcBef>
                <a:spcPts val="2100"/>
              </a:spcBef>
              <a:spcAft>
                <a:spcPts val="2100"/>
              </a:spcAft>
              <a:buSzPts val="1900"/>
              <a:buNone/>
              <a:defRPr/>
            </a:lvl9pPr>
          </a:lstStyle>
          <a:p/>
        </p:txBody>
      </p:sp>
      <p:sp>
        <p:nvSpPr>
          <p:cNvPr id="112" name="Google Shape;112;g3086943f9be_0_103"/>
          <p:cNvSpPr txBox="1"/>
          <p:nvPr>
            <p:ph idx="2" type="body"/>
          </p:nvPr>
        </p:nvSpPr>
        <p:spPr>
          <a:xfrm>
            <a:off x="562700" y="2095600"/>
            <a:ext cx="9777300" cy="39201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>
            <a:lvl1pPr indent="-3810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1pPr>
            <a:lvl2pPr indent="-361950" lvl="1" marL="9144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2100"/>
              <a:buChar char="○"/>
              <a:defRPr sz="2100"/>
            </a:lvl2pPr>
            <a:lvl3pPr indent="-361950" lvl="2" marL="13716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2100"/>
              <a:buChar char="■"/>
              <a:defRPr sz="2100"/>
            </a:lvl3pPr>
            <a:lvl4pPr indent="-361950" lvl="3" marL="18288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2100"/>
              <a:buChar char="●"/>
              <a:defRPr sz="2100"/>
            </a:lvl4pPr>
            <a:lvl5pPr indent="-361950" lvl="4" marL="22860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2100"/>
              <a:buChar char="○"/>
              <a:defRPr sz="2100"/>
            </a:lvl5pPr>
            <a:lvl6pPr indent="-361950" lvl="5" marL="27432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2100"/>
              <a:buChar char="■"/>
              <a:defRPr sz="2100"/>
            </a:lvl6pPr>
            <a:lvl7pPr indent="-361950" lvl="6" marL="32004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2100"/>
              <a:buChar char="●"/>
              <a:defRPr sz="2100"/>
            </a:lvl7pPr>
            <a:lvl8pPr indent="-361950" lvl="7" marL="36576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2100"/>
              <a:buChar char="○"/>
              <a:defRPr sz="2100"/>
            </a:lvl8pPr>
            <a:lvl9pPr indent="-361950" lvl="8" marL="4114800" algn="l">
              <a:lnSpc>
                <a:spcPct val="115000"/>
              </a:lnSpc>
              <a:spcBef>
                <a:spcPts val="2100"/>
              </a:spcBef>
              <a:spcAft>
                <a:spcPts val="2100"/>
              </a:spcAft>
              <a:buSzPts val="2100"/>
              <a:buChar char="■"/>
              <a:defRPr sz="2100"/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- Content 2 columns">
  <p:cSld name="TITLE_AND_TWO_COLUMNS_1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086943f9be_0_108"/>
          <p:cNvSpPr txBox="1"/>
          <p:nvPr>
            <p:ph idx="1" type="body"/>
          </p:nvPr>
        </p:nvSpPr>
        <p:spPr>
          <a:xfrm>
            <a:off x="6579967" y="2095600"/>
            <a:ext cx="53331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>
            <a:lvl1pPr indent="-3619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Char char="●"/>
              <a:defRPr/>
            </a:lvl1pPr>
            <a:lvl2pPr indent="-349250" lvl="1" marL="9144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Char char="○"/>
              <a:defRPr/>
            </a:lvl2pPr>
            <a:lvl3pPr indent="-349250" lvl="2" marL="13716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Char char="■"/>
              <a:defRPr/>
            </a:lvl3pPr>
            <a:lvl4pPr indent="-349250" lvl="3" marL="18288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Char char="●"/>
              <a:defRPr/>
            </a:lvl4pPr>
            <a:lvl5pPr indent="-349250" lvl="4" marL="22860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Char char="○"/>
              <a:defRPr/>
            </a:lvl5pPr>
            <a:lvl6pPr indent="-349250" lvl="5" marL="27432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Char char="■"/>
              <a:defRPr/>
            </a:lvl6pPr>
            <a:lvl7pPr indent="-349250" lvl="6" marL="32004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Char char="●"/>
              <a:defRPr/>
            </a:lvl7pPr>
            <a:lvl8pPr indent="-349250" lvl="7" marL="36576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Char char="○"/>
              <a:defRPr/>
            </a:lvl8pPr>
            <a:lvl9pPr indent="-349250" lvl="8" marL="4114800" algn="l">
              <a:lnSpc>
                <a:spcPct val="115000"/>
              </a:lnSpc>
              <a:spcBef>
                <a:spcPts val="2100"/>
              </a:spcBef>
              <a:spcAft>
                <a:spcPts val="2100"/>
              </a:spcAft>
              <a:buSzPts val="1900"/>
              <a:buChar char="■"/>
              <a:defRPr/>
            </a:lvl9pPr>
          </a:lstStyle>
          <a:p/>
        </p:txBody>
      </p:sp>
      <p:sp>
        <p:nvSpPr>
          <p:cNvPr id="115" name="Google Shape;115;g3086943f9be_0_108"/>
          <p:cNvSpPr txBox="1"/>
          <p:nvPr>
            <p:ph idx="12" type="sldNum"/>
          </p:nvPr>
        </p:nvSpPr>
        <p:spPr>
          <a:xfrm>
            <a:off x="11296611" y="6217623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16" name="Google Shape;116;g3086943f9be_0_108"/>
          <p:cNvSpPr txBox="1"/>
          <p:nvPr>
            <p:ph type="title"/>
          </p:nvPr>
        </p:nvSpPr>
        <p:spPr>
          <a:xfrm>
            <a:off x="562700" y="593367"/>
            <a:ext cx="89856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117" name="Google Shape;117;g3086943f9be_0_108"/>
          <p:cNvSpPr txBox="1"/>
          <p:nvPr>
            <p:ph idx="2" type="subTitle"/>
          </p:nvPr>
        </p:nvSpPr>
        <p:spPr>
          <a:xfrm>
            <a:off x="562700" y="1299900"/>
            <a:ext cx="712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900">
                <a:solidFill>
                  <a:srgbClr val="000000"/>
                </a:solidFill>
              </a:defRPr>
            </a:lvl1pPr>
            <a:lvl2pPr lvl="1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None/>
              <a:defRPr/>
            </a:lvl2pPr>
            <a:lvl3pPr lvl="2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None/>
              <a:defRPr/>
            </a:lvl3pPr>
            <a:lvl4pPr lvl="3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None/>
              <a:defRPr/>
            </a:lvl4pPr>
            <a:lvl5pPr lvl="4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None/>
              <a:defRPr/>
            </a:lvl5pPr>
            <a:lvl6pPr lvl="5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None/>
              <a:defRPr/>
            </a:lvl6pPr>
            <a:lvl7pPr lvl="6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None/>
              <a:defRPr/>
            </a:lvl7pPr>
            <a:lvl8pPr lvl="7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None/>
              <a:defRPr/>
            </a:lvl8pPr>
            <a:lvl9pPr lvl="8" algn="l">
              <a:lnSpc>
                <a:spcPct val="115000"/>
              </a:lnSpc>
              <a:spcBef>
                <a:spcPts val="2100"/>
              </a:spcBef>
              <a:spcAft>
                <a:spcPts val="2100"/>
              </a:spcAft>
              <a:buSzPts val="1900"/>
              <a:buNone/>
              <a:defRPr/>
            </a:lvl9pPr>
          </a:lstStyle>
          <a:p/>
        </p:txBody>
      </p:sp>
      <p:sp>
        <p:nvSpPr>
          <p:cNvPr id="118" name="Google Shape;118;g3086943f9be_0_108"/>
          <p:cNvSpPr txBox="1"/>
          <p:nvPr>
            <p:ph idx="3" type="body"/>
          </p:nvPr>
        </p:nvSpPr>
        <p:spPr>
          <a:xfrm>
            <a:off x="562700" y="2095600"/>
            <a:ext cx="5333100" cy="39201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>
            <a:lvl1pPr indent="-3619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Char char="●"/>
              <a:defRPr/>
            </a:lvl1pPr>
            <a:lvl2pPr indent="-349250" lvl="1" marL="9144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Char char="○"/>
              <a:defRPr/>
            </a:lvl2pPr>
            <a:lvl3pPr indent="-349250" lvl="2" marL="13716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Char char="■"/>
              <a:defRPr/>
            </a:lvl3pPr>
            <a:lvl4pPr indent="-349250" lvl="3" marL="18288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Char char="●"/>
              <a:defRPr/>
            </a:lvl4pPr>
            <a:lvl5pPr indent="-349250" lvl="4" marL="22860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Char char="○"/>
              <a:defRPr/>
            </a:lvl5pPr>
            <a:lvl6pPr indent="-349250" lvl="5" marL="27432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Char char="■"/>
              <a:defRPr/>
            </a:lvl6pPr>
            <a:lvl7pPr indent="-349250" lvl="6" marL="32004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Char char="●"/>
              <a:defRPr/>
            </a:lvl7pPr>
            <a:lvl8pPr indent="-349250" lvl="7" marL="36576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Char char="○"/>
              <a:defRPr/>
            </a:lvl8pPr>
            <a:lvl9pPr indent="-349250" lvl="8" marL="4114800" algn="l">
              <a:lnSpc>
                <a:spcPct val="115000"/>
              </a:lnSpc>
              <a:spcBef>
                <a:spcPts val="2100"/>
              </a:spcBef>
              <a:spcAft>
                <a:spcPts val="2100"/>
              </a:spcAft>
              <a:buSzPts val="19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3086943f9be_0_114"/>
          <p:cNvSpPr txBox="1"/>
          <p:nvPr>
            <p:ph idx="12" type="sldNum"/>
          </p:nvPr>
        </p:nvSpPr>
        <p:spPr>
          <a:xfrm>
            <a:off x="11296611" y="6217623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62475" lIns="162475" spcFirstLastPara="1" rIns="162475" wrap="square" tIns="162475">
            <a:normAutofit fontScale="92500" lnSpcReduction="20000"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7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7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7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7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7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7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7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7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7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3086943f9be_0_116"/>
          <p:cNvSpPr txBox="1"/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162475" lIns="162475" spcFirstLastPara="1" rIns="162475" wrap="square" tIns="16247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9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9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9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9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9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9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9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9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900"/>
              <a:buNone/>
              <a:defRPr/>
            </a:lvl9pPr>
          </a:lstStyle>
          <a:p/>
        </p:txBody>
      </p:sp>
      <p:sp>
        <p:nvSpPr>
          <p:cNvPr id="123" name="Google Shape;123;g3086943f9be_0_116"/>
          <p:cNvSpPr txBox="1"/>
          <p:nvPr>
            <p:ph idx="1" type="body"/>
          </p:nvPr>
        </p:nvSpPr>
        <p:spPr>
          <a:xfrm>
            <a:off x="415600" y="1536633"/>
            <a:ext cx="113607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162475" lIns="162475" spcFirstLastPara="1" rIns="162475" wrap="square" tIns="162475">
            <a:normAutofit/>
          </a:bodyPr>
          <a:lstStyle>
            <a:lvl1pPr indent="-431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Char char="●"/>
              <a:defRPr/>
            </a:lvl1pPr>
            <a:lvl2pPr indent="-3873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500"/>
              <a:buChar char="○"/>
              <a:defRPr/>
            </a:lvl2pPr>
            <a:lvl3pPr indent="-3873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500"/>
              <a:buChar char="■"/>
              <a:defRPr/>
            </a:lvl3pPr>
            <a:lvl4pPr indent="-3873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500"/>
              <a:buChar char="●"/>
              <a:defRPr/>
            </a:lvl4pPr>
            <a:lvl5pPr indent="-3873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500"/>
              <a:buChar char="○"/>
              <a:defRPr/>
            </a:lvl5pPr>
            <a:lvl6pPr indent="-3873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500"/>
              <a:buChar char="■"/>
              <a:defRPr/>
            </a:lvl6pPr>
            <a:lvl7pPr indent="-3873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500"/>
              <a:buChar char="●"/>
              <a:defRPr/>
            </a:lvl7pPr>
            <a:lvl8pPr indent="-3873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500"/>
              <a:buChar char="○"/>
              <a:defRPr/>
            </a:lvl8pPr>
            <a:lvl9pPr indent="-3873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500"/>
              <a:buChar char="■"/>
              <a:defRPr/>
            </a:lvl9pPr>
          </a:lstStyle>
          <a:p/>
        </p:txBody>
      </p:sp>
      <p:sp>
        <p:nvSpPr>
          <p:cNvPr id="124" name="Google Shape;124;g3086943f9be_0_116"/>
          <p:cNvSpPr txBox="1"/>
          <p:nvPr>
            <p:ph idx="12" type="sldNum"/>
          </p:nvPr>
        </p:nvSpPr>
        <p:spPr>
          <a:xfrm>
            <a:off x="11296611" y="6217623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62475" lIns="162475" spcFirstLastPara="1" rIns="162475" wrap="square" tIns="162475">
            <a:normAutofit fontScale="92500" lnSpcReduction="20000"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7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7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7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7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7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7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7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7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7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086943f9be_0_120"/>
          <p:cNvSpPr txBox="1"/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162475" lIns="162475" spcFirstLastPara="1" rIns="162475" wrap="square" tIns="16247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9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9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9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9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9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9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9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9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900"/>
              <a:buNone/>
              <a:defRPr/>
            </a:lvl9pPr>
          </a:lstStyle>
          <a:p/>
        </p:txBody>
      </p:sp>
      <p:sp>
        <p:nvSpPr>
          <p:cNvPr id="127" name="Google Shape;127;g3086943f9be_0_120"/>
          <p:cNvSpPr txBox="1"/>
          <p:nvPr>
            <p:ph idx="1" type="body"/>
          </p:nvPr>
        </p:nvSpPr>
        <p:spPr>
          <a:xfrm>
            <a:off x="415600" y="1536633"/>
            <a:ext cx="53331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162475" lIns="162475" spcFirstLastPara="1" rIns="162475" wrap="square" tIns="162475">
            <a:normAutofit/>
          </a:bodyPr>
          <a:lstStyle>
            <a:lvl1pPr indent="-3873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500"/>
              <a:buChar char="●"/>
              <a:defRPr sz="2500"/>
            </a:lvl1pPr>
            <a:lvl2pPr indent="-3619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Char char="○"/>
              <a:defRPr sz="2100"/>
            </a:lvl2pPr>
            <a:lvl3pPr indent="-3619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Char char="■"/>
              <a:defRPr sz="2100"/>
            </a:lvl3pPr>
            <a:lvl4pPr indent="-3619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Char char="●"/>
              <a:defRPr sz="2100"/>
            </a:lvl4pPr>
            <a:lvl5pPr indent="-3619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Char char="○"/>
              <a:defRPr sz="2100"/>
            </a:lvl5pPr>
            <a:lvl6pPr indent="-3619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Char char="■"/>
              <a:defRPr sz="2100"/>
            </a:lvl6pPr>
            <a:lvl7pPr indent="-3619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Char char="●"/>
              <a:defRPr sz="2100"/>
            </a:lvl7pPr>
            <a:lvl8pPr indent="-3619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Char char="○"/>
              <a:defRPr sz="2100"/>
            </a:lvl8pPr>
            <a:lvl9pPr indent="-3619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Char char="■"/>
              <a:defRPr sz="2100"/>
            </a:lvl9pPr>
          </a:lstStyle>
          <a:p/>
        </p:txBody>
      </p:sp>
      <p:sp>
        <p:nvSpPr>
          <p:cNvPr id="128" name="Google Shape;128;g3086943f9be_0_120"/>
          <p:cNvSpPr txBox="1"/>
          <p:nvPr>
            <p:ph idx="2" type="body"/>
          </p:nvPr>
        </p:nvSpPr>
        <p:spPr>
          <a:xfrm>
            <a:off x="6443200" y="1536633"/>
            <a:ext cx="53331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162475" lIns="162475" spcFirstLastPara="1" rIns="162475" wrap="square" tIns="162475">
            <a:normAutofit/>
          </a:bodyPr>
          <a:lstStyle>
            <a:lvl1pPr indent="-3873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500"/>
              <a:buChar char="●"/>
              <a:defRPr sz="2500"/>
            </a:lvl1pPr>
            <a:lvl2pPr indent="-3619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Char char="○"/>
              <a:defRPr sz="2100"/>
            </a:lvl2pPr>
            <a:lvl3pPr indent="-3619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Char char="■"/>
              <a:defRPr sz="2100"/>
            </a:lvl3pPr>
            <a:lvl4pPr indent="-3619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Char char="●"/>
              <a:defRPr sz="2100"/>
            </a:lvl4pPr>
            <a:lvl5pPr indent="-3619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Char char="○"/>
              <a:defRPr sz="2100"/>
            </a:lvl5pPr>
            <a:lvl6pPr indent="-3619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Char char="■"/>
              <a:defRPr sz="2100"/>
            </a:lvl6pPr>
            <a:lvl7pPr indent="-3619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Char char="●"/>
              <a:defRPr sz="2100"/>
            </a:lvl7pPr>
            <a:lvl8pPr indent="-3619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Char char="○"/>
              <a:defRPr sz="2100"/>
            </a:lvl8pPr>
            <a:lvl9pPr indent="-3619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Char char="■"/>
              <a:defRPr sz="2100"/>
            </a:lvl9pPr>
          </a:lstStyle>
          <a:p/>
        </p:txBody>
      </p:sp>
      <p:sp>
        <p:nvSpPr>
          <p:cNvPr id="129" name="Google Shape;129;g3086943f9be_0_120"/>
          <p:cNvSpPr txBox="1"/>
          <p:nvPr>
            <p:ph idx="12" type="sldNum"/>
          </p:nvPr>
        </p:nvSpPr>
        <p:spPr>
          <a:xfrm>
            <a:off x="11296611" y="6217623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62475" lIns="162475" spcFirstLastPara="1" rIns="162475" wrap="square" tIns="162475">
            <a:normAutofit fontScale="92500" lnSpcReduction="20000"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7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7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7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7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7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7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7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7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7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086943f9be_0_125"/>
          <p:cNvSpPr txBox="1"/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162475" lIns="162475" spcFirstLastPara="1" rIns="162475" wrap="square" tIns="16247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9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9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9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9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9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9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9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9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900"/>
              <a:buNone/>
              <a:defRPr/>
            </a:lvl9pPr>
          </a:lstStyle>
          <a:p/>
        </p:txBody>
      </p:sp>
      <p:sp>
        <p:nvSpPr>
          <p:cNvPr id="132" name="Google Shape;132;g3086943f9be_0_125"/>
          <p:cNvSpPr txBox="1"/>
          <p:nvPr>
            <p:ph idx="12" type="sldNum"/>
          </p:nvPr>
        </p:nvSpPr>
        <p:spPr>
          <a:xfrm>
            <a:off x="11296611" y="6217623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62475" lIns="162475" spcFirstLastPara="1" rIns="162475" wrap="square" tIns="162475">
            <a:normAutofit fontScale="92500" lnSpcReduction="20000"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7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7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7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7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7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7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7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7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7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3086943f9be_0_128"/>
          <p:cNvSpPr txBox="1"/>
          <p:nvPr>
            <p:ph type="title"/>
          </p:nvPr>
        </p:nvSpPr>
        <p:spPr>
          <a:xfrm>
            <a:off x="415600" y="740800"/>
            <a:ext cx="3744000" cy="1007700"/>
          </a:xfrm>
          <a:prstGeom prst="rect">
            <a:avLst/>
          </a:prstGeom>
          <a:noFill/>
          <a:ln>
            <a:noFill/>
          </a:ln>
        </p:spPr>
        <p:txBody>
          <a:bodyPr anchorCtr="0" anchor="b" bIns="162475" lIns="162475" spcFirstLastPara="1" rIns="162475" wrap="square" tIns="16247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9pPr>
          </a:lstStyle>
          <a:p/>
        </p:txBody>
      </p:sp>
      <p:sp>
        <p:nvSpPr>
          <p:cNvPr id="135" name="Google Shape;135;g3086943f9be_0_128"/>
          <p:cNvSpPr txBox="1"/>
          <p:nvPr>
            <p:ph idx="1" type="body"/>
          </p:nvPr>
        </p:nvSpPr>
        <p:spPr>
          <a:xfrm>
            <a:off x="415600" y="1852800"/>
            <a:ext cx="3744000" cy="4239300"/>
          </a:xfrm>
          <a:prstGeom prst="rect">
            <a:avLst/>
          </a:prstGeom>
          <a:noFill/>
          <a:ln>
            <a:noFill/>
          </a:ln>
        </p:spPr>
        <p:txBody>
          <a:bodyPr anchorCtr="0" anchor="t" bIns="162475" lIns="162475" spcFirstLastPara="1" rIns="162475" wrap="square" tIns="162475">
            <a:normAutofit/>
          </a:bodyPr>
          <a:lstStyle>
            <a:lvl1pPr indent="-3619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Char char="●"/>
              <a:defRPr sz="2100"/>
            </a:lvl1pPr>
            <a:lvl2pPr indent="-3619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Char char="○"/>
              <a:defRPr sz="2100"/>
            </a:lvl2pPr>
            <a:lvl3pPr indent="-3619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Char char="■"/>
              <a:defRPr sz="2100"/>
            </a:lvl3pPr>
            <a:lvl4pPr indent="-3619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Char char="●"/>
              <a:defRPr sz="2100"/>
            </a:lvl4pPr>
            <a:lvl5pPr indent="-3619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Char char="○"/>
              <a:defRPr sz="2100"/>
            </a:lvl5pPr>
            <a:lvl6pPr indent="-3619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Char char="■"/>
              <a:defRPr sz="2100"/>
            </a:lvl6pPr>
            <a:lvl7pPr indent="-3619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Char char="●"/>
              <a:defRPr sz="2100"/>
            </a:lvl7pPr>
            <a:lvl8pPr indent="-3619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Char char="○"/>
              <a:defRPr sz="2100"/>
            </a:lvl8pPr>
            <a:lvl9pPr indent="-3619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Char char="■"/>
              <a:defRPr sz="2100"/>
            </a:lvl9pPr>
          </a:lstStyle>
          <a:p/>
        </p:txBody>
      </p:sp>
      <p:sp>
        <p:nvSpPr>
          <p:cNvPr id="136" name="Google Shape;136;g3086943f9be_0_128"/>
          <p:cNvSpPr txBox="1"/>
          <p:nvPr>
            <p:ph idx="12" type="sldNum"/>
          </p:nvPr>
        </p:nvSpPr>
        <p:spPr>
          <a:xfrm>
            <a:off x="11296611" y="6217623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62475" lIns="162475" spcFirstLastPara="1" rIns="162475" wrap="square" tIns="162475">
            <a:normAutofit fontScale="92500" lnSpcReduction="20000"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7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7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7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7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7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7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7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7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7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086943f9be_0_132"/>
          <p:cNvSpPr txBox="1"/>
          <p:nvPr>
            <p:ph type="title"/>
          </p:nvPr>
        </p:nvSpPr>
        <p:spPr>
          <a:xfrm>
            <a:off x="653667" y="600200"/>
            <a:ext cx="8490300" cy="545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62475" lIns="162475" spcFirstLastPara="1" rIns="162475" wrap="square" tIns="16247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500"/>
              <a:buNone/>
              <a:defRPr sz="8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500"/>
              <a:buNone/>
              <a:defRPr sz="85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500"/>
              <a:buNone/>
              <a:defRPr sz="85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500"/>
              <a:buNone/>
              <a:defRPr sz="85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500"/>
              <a:buNone/>
              <a:defRPr sz="85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500"/>
              <a:buNone/>
              <a:defRPr sz="85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500"/>
              <a:buNone/>
              <a:defRPr sz="85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500"/>
              <a:buNone/>
              <a:defRPr sz="85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500"/>
              <a:buNone/>
              <a:defRPr sz="8500"/>
            </a:lvl9pPr>
          </a:lstStyle>
          <a:p/>
        </p:txBody>
      </p:sp>
      <p:sp>
        <p:nvSpPr>
          <p:cNvPr id="139" name="Google Shape;139;g3086943f9be_0_132"/>
          <p:cNvSpPr txBox="1"/>
          <p:nvPr>
            <p:ph idx="12" type="sldNum"/>
          </p:nvPr>
        </p:nvSpPr>
        <p:spPr>
          <a:xfrm>
            <a:off x="11296611" y="6217623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62475" lIns="162475" spcFirstLastPara="1" rIns="162475" wrap="square" tIns="162475">
            <a:normAutofit fontScale="92500" lnSpcReduction="20000"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7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7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7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7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7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7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7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7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7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3086943f9be_0_135"/>
          <p:cNvSpPr/>
          <p:nvPr/>
        </p:nvSpPr>
        <p:spPr>
          <a:xfrm>
            <a:off x="6096000" y="-167"/>
            <a:ext cx="6096000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162475" lIns="162475" spcFirstLastPara="1" rIns="162475" wrap="square" tIns="1624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" name="Google Shape;142;g3086943f9be_0_135"/>
          <p:cNvSpPr txBox="1"/>
          <p:nvPr>
            <p:ph type="title"/>
          </p:nvPr>
        </p:nvSpPr>
        <p:spPr>
          <a:xfrm>
            <a:off x="354000" y="1644233"/>
            <a:ext cx="5393700" cy="1976400"/>
          </a:xfrm>
          <a:prstGeom prst="rect">
            <a:avLst/>
          </a:prstGeom>
          <a:noFill/>
          <a:ln>
            <a:noFill/>
          </a:ln>
        </p:spPr>
        <p:txBody>
          <a:bodyPr anchorCtr="0" anchor="b" bIns="162475" lIns="162475" spcFirstLastPara="1" rIns="162475" wrap="square" tIns="16247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500"/>
              <a:buNone/>
              <a:defRPr sz="75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500"/>
              <a:buNone/>
              <a:defRPr sz="75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500"/>
              <a:buNone/>
              <a:defRPr sz="75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500"/>
              <a:buNone/>
              <a:defRPr sz="75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500"/>
              <a:buNone/>
              <a:defRPr sz="75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500"/>
              <a:buNone/>
              <a:defRPr sz="75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500"/>
              <a:buNone/>
              <a:defRPr sz="75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500"/>
              <a:buNone/>
              <a:defRPr sz="75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500"/>
              <a:buNone/>
              <a:defRPr sz="7500"/>
            </a:lvl9pPr>
          </a:lstStyle>
          <a:p/>
        </p:txBody>
      </p:sp>
      <p:sp>
        <p:nvSpPr>
          <p:cNvPr id="143" name="Google Shape;143;g3086943f9be_0_135"/>
          <p:cNvSpPr txBox="1"/>
          <p:nvPr>
            <p:ph idx="1" type="subTitle"/>
          </p:nvPr>
        </p:nvSpPr>
        <p:spPr>
          <a:xfrm>
            <a:off x="354000" y="3737433"/>
            <a:ext cx="5393700" cy="16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162475" lIns="162475" spcFirstLastPara="1" rIns="162475" wrap="square" tIns="16247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9pPr>
          </a:lstStyle>
          <a:p/>
        </p:txBody>
      </p:sp>
      <p:sp>
        <p:nvSpPr>
          <p:cNvPr id="144" name="Google Shape;144;g3086943f9be_0_135"/>
          <p:cNvSpPr txBox="1"/>
          <p:nvPr>
            <p:ph idx="2" type="body"/>
          </p:nvPr>
        </p:nvSpPr>
        <p:spPr>
          <a:xfrm>
            <a:off x="6586000" y="965433"/>
            <a:ext cx="5115900" cy="492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62475" lIns="162475" spcFirstLastPara="1" rIns="162475" wrap="square" tIns="162475">
            <a:normAutofit/>
          </a:bodyPr>
          <a:lstStyle>
            <a:lvl1pPr indent="-431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Char char="●"/>
              <a:defRPr/>
            </a:lvl1pPr>
            <a:lvl2pPr indent="-3873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500"/>
              <a:buChar char="○"/>
              <a:defRPr/>
            </a:lvl2pPr>
            <a:lvl3pPr indent="-3873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500"/>
              <a:buChar char="■"/>
              <a:defRPr/>
            </a:lvl3pPr>
            <a:lvl4pPr indent="-3873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500"/>
              <a:buChar char="●"/>
              <a:defRPr/>
            </a:lvl4pPr>
            <a:lvl5pPr indent="-3873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500"/>
              <a:buChar char="○"/>
              <a:defRPr/>
            </a:lvl5pPr>
            <a:lvl6pPr indent="-3873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500"/>
              <a:buChar char="■"/>
              <a:defRPr/>
            </a:lvl6pPr>
            <a:lvl7pPr indent="-3873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500"/>
              <a:buChar char="●"/>
              <a:defRPr/>
            </a:lvl7pPr>
            <a:lvl8pPr indent="-3873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500"/>
              <a:buChar char="○"/>
              <a:defRPr/>
            </a:lvl8pPr>
            <a:lvl9pPr indent="-3873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500"/>
              <a:buChar char="■"/>
              <a:defRPr/>
            </a:lvl9pPr>
          </a:lstStyle>
          <a:p/>
        </p:txBody>
      </p:sp>
      <p:sp>
        <p:nvSpPr>
          <p:cNvPr id="145" name="Google Shape;145;g3086943f9be_0_135"/>
          <p:cNvSpPr txBox="1"/>
          <p:nvPr>
            <p:ph idx="12" type="sldNum"/>
          </p:nvPr>
        </p:nvSpPr>
        <p:spPr>
          <a:xfrm>
            <a:off x="11296611" y="6217623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62475" lIns="162475" spcFirstLastPara="1" rIns="162475" wrap="square" tIns="162475">
            <a:normAutofit fontScale="92500" lnSpcReduction="20000"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7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7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7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7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7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7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7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7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7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086943f9be_0_141"/>
          <p:cNvSpPr txBox="1"/>
          <p:nvPr>
            <p:ph idx="1" type="body"/>
          </p:nvPr>
        </p:nvSpPr>
        <p:spPr>
          <a:xfrm>
            <a:off x="415600" y="5640767"/>
            <a:ext cx="7998300" cy="80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62475" lIns="162475" spcFirstLastPara="1" rIns="162475" wrap="square" tIns="16247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</a:lstStyle>
          <a:p/>
        </p:txBody>
      </p:sp>
      <p:sp>
        <p:nvSpPr>
          <p:cNvPr id="148" name="Google Shape;148;g3086943f9be_0_141"/>
          <p:cNvSpPr txBox="1"/>
          <p:nvPr>
            <p:ph idx="12" type="sldNum"/>
          </p:nvPr>
        </p:nvSpPr>
        <p:spPr>
          <a:xfrm>
            <a:off x="11296611" y="6217623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62475" lIns="162475" spcFirstLastPara="1" rIns="162475" wrap="square" tIns="162475">
            <a:normAutofit fontScale="92500" lnSpcReduction="20000"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7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7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7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7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7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7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7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7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7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3086943f9be_0_144"/>
          <p:cNvSpPr txBox="1"/>
          <p:nvPr>
            <p:ph hasCustomPrompt="1" type="title"/>
          </p:nvPr>
        </p:nvSpPr>
        <p:spPr>
          <a:xfrm>
            <a:off x="415600" y="1474833"/>
            <a:ext cx="11360700" cy="2618100"/>
          </a:xfrm>
          <a:prstGeom prst="rect">
            <a:avLst/>
          </a:prstGeom>
          <a:noFill/>
          <a:ln>
            <a:noFill/>
          </a:ln>
        </p:spPr>
        <p:txBody>
          <a:bodyPr anchorCtr="0" anchor="b" bIns="162475" lIns="162475" spcFirstLastPara="1" rIns="162475" wrap="square" tIns="16247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300"/>
              <a:buNone/>
              <a:defRPr sz="213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300"/>
              <a:buNone/>
              <a:defRPr sz="213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300"/>
              <a:buNone/>
              <a:defRPr sz="213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300"/>
              <a:buNone/>
              <a:defRPr sz="213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300"/>
              <a:buNone/>
              <a:defRPr sz="213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300"/>
              <a:buNone/>
              <a:defRPr sz="213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300"/>
              <a:buNone/>
              <a:defRPr sz="213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300"/>
              <a:buNone/>
              <a:defRPr sz="213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300"/>
              <a:buNone/>
              <a:defRPr sz="21300"/>
            </a:lvl9pPr>
          </a:lstStyle>
          <a:p>
            <a:r>
              <a:t>xx%</a:t>
            </a:r>
          </a:p>
        </p:txBody>
      </p:sp>
      <p:sp>
        <p:nvSpPr>
          <p:cNvPr id="151" name="Google Shape;151;g3086943f9be_0_144"/>
          <p:cNvSpPr txBox="1"/>
          <p:nvPr>
            <p:ph idx="1" type="body"/>
          </p:nvPr>
        </p:nvSpPr>
        <p:spPr>
          <a:xfrm>
            <a:off x="415600" y="4202967"/>
            <a:ext cx="11360700" cy="1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162475" lIns="162475" spcFirstLastPara="1" rIns="162475" wrap="square" tIns="162475">
            <a:normAutofit/>
          </a:bodyPr>
          <a:lstStyle>
            <a:lvl1pPr indent="-4318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Char char="●"/>
              <a:defRPr/>
            </a:lvl1pPr>
            <a:lvl2pPr indent="-38735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500"/>
              <a:buChar char="○"/>
              <a:defRPr/>
            </a:lvl2pPr>
            <a:lvl3pPr indent="-38735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500"/>
              <a:buChar char="■"/>
              <a:defRPr/>
            </a:lvl3pPr>
            <a:lvl4pPr indent="-38735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500"/>
              <a:buChar char="●"/>
              <a:defRPr/>
            </a:lvl4pPr>
            <a:lvl5pPr indent="-38735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500"/>
              <a:buChar char="○"/>
              <a:defRPr/>
            </a:lvl5pPr>
            <a:lvl6pPr indent="-38735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500"/>
              <a:buChar char="■"/>
              <a:defRPr/>
            </a:lvl6pPr>
            <a:lvl7pPr indent="-38735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500"/>
              <a:buChar char="●"/>
              <a:defRPr/>
            </a:lvl7pPr>
            <a:lvl8pPr indent="-38735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500"/>
              <a:buChar char="○"/>
              <a:defRPr/>
            </a:lvl8pPr>
            <a:lvl9pPr indent="-38735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500"/>
              <a:buChar char="■"/>
              <a:defRPr/>
            </a:lvl9pPr>
          </a:lstStyle>
          <a:p/>
        </p:txBody>
      </p:sp>
      <p:sp>
        <p:nvSpPr>
          <p:cNvPr id="152" name="Google Shape;152;g3086943f9be_0_144"/>
          <p:cNvSpPr txBox="1"/>
          <p:nvPr>
            <p:ph idx="12" type="sldNum"/>
          </p:nvPr>
        </p:nvSpPr>
        <p:spPr>
          <a:xfrm>
            <a:off x="11296611" y="6217623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62475" lIns="162475" spcFirstLastPara="1" rIns="162475" wrap="square" tIns="162475">
            <a:normAutofit fontScale="92500" lnSpcReduction="20000"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7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7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7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7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7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7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7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7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7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obj">
  <p:cSld name="OBJECT"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3086943f9be_0_148"/>
          <p:cNvSpPr txBox="1"/>
          <p:nvPr>
            <p:ph type="title"/>
          </p:nvPr>
        </p:nvSpPr>
        <p:spPr>
          <a:xfrm>
            <a:off x="4851400" y="3091021"/>
            <a:ext cx="2489100" cy="64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900"/>
              <a:buNone/>
              <a:defRPr b="0" i="0" sz="53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9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9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9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9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9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9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9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900"/>
              <a:buNone/>
              <a:defRPr/>
            </a:lvl9pPr>
          </a:lstStyle>
          <a:p/>
        </p:txBody>
      </p:sp>
      <p:sp>
        <p:nvSpPr>
          <p:cNvPr id="155" name="Google Shape;155;g3086943f9be_0_148"/>
          <p:cNvSpPr txBox="1"/>
          <p:nvPr>
            <p:ph idx="11" type="ftr"/>
          </p:nvPr>
        </p:nvSpPr>
        <p:spPr>
          <a:xfrm>
            <a:off x="3756829" y="6592616"/>
            <a:ext cx="4684800" cy="14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  <a:defRPr b="0" i="0" sz="1100" u="none" cap="none" strike="noStrike">
                <a:solidFill>
                  <a:srgbClr val="7D7D7D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  <a:defRPr b="0" i="0" sz="2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  <a:defRPr b="0" i="0" sz="2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  <a:defRPr b="0" i="0" sz="2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  <a:defRPr b="0" i="0" sz="2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  <a:defRPr b="0" i="0" sz="2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  <a:defRPr b="0" i="0" sz="2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  <a:defRPr b="0" i="0" sz="2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  <a:defRPr b="0" i="0" sz="2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56" name="Google Shape;156;g3086943f9be_0_148"/>
          <p:cNvSpPr txBox="1"/>
          <p:nvPr>
            <p:ph idx="10" type="dt"/>
          </p:nvPr>
        </p:nvSpPr>
        <p:spPr>
          <a:xfrm>
            <a:off x="609600" y="6377940"/>
            <a:ext cx="28041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  <a:defRPr b="0" i="0" sz="25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  <a:defRPr b="0" i="0" sz="2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  <a:defRPr b="0" i="0" sz="2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  <a:defRPr b="0" i="0" sz="2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  <a:defRPr b="0" i="0" sz="2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  <a:defRPr b="0" i="0" sz="2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  <a:defRPr b="0" i="0" sz="2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  <a:defRPr b="0" i="0" sz="2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  <a:defRPr b="0" i="0" sz="2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57" name="Google Shape;157;g3086943f9be_0_148"/>
          <p:cNvSpPr txBox="1"/>
          <p:nvPr>
            <p:ph idx="12" type="sldNum"/>
          </p:nvPr>
        </p:nvSpPr>
        <p:spPr>
          <a:xfrm>
            <a:off x="8778240" y="6377940"/>
            <a:ext cx="28041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chemeClr val="dk2"/>
              </a:solidFill>
            </a:endParaRP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>
  <p:cSld name="Title and Content"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3086943f9be_0_153"/>
          <p:cNvSpPr txBox="1"/>
          <p:nvPr>
            <p:ph type="title"/>
          </p:nvPr>
        </p:nvSpPr>
        <p:spPr>
          <a:xfrm>
            <a:off x="4851400" y="3091021"/>
            <a:ext cx="2489100" cy="64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900"/>
              <a:buNone/>
              <a:defRPr b="0" i="0" sz="53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9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9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9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9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9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9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9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900"/>
              <a:buNone/>
              <a:defRPr/>
            </a:lvl9pPr>
          </a:lstStyle>
          <a:p/>
        </p:txBody>
      </p:sp>
      <p:sp>
        <p:nvSpPr>
          <p:cNvPr id="160" name="Google Shape;160;g3086943f9be_0_153"/>
          <p:cNvSpPr txBox="1"/>
          <p:nvPr>
            <p:ph idx="1" type="body"/>
          </p:nvPr>
        </p:nvSpPr>
        <p:spPr>
          <a:xfrm>
            <a:off x="5758687" y="2569339"/>
            <a:ext cx="6175500" cy="343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b="0" i="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2500"/>
              <a:buNone/>
              <a:defRPr/>
            </a:lvl2pPr>
            <a:lvl3pPr indent="-228600" lvl="2" marL="13716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2500"/>
              <a:buNone/>
              <a:defRPr/>
            </a:lvl3pPr>
            <a:lvl4pPr indent="-228600" lvl="3" marL="18288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2500"/>
              <a:buNone/>
              <a:defRPr/>
            </a:lvl4pPr>
            <a:lvl5pPr indent="-228600" lvl="4" marL="22860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2500"/>
              <a:buNone/>
              <a:defRPr/>
            </a:lvl5pPr>
            <a:lvl6pPr indent="-228600" lvl="5" marL="27432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2500"/>
              <a:buNone/>
              <a:defRPr/>
            </a:lvl6pPr>
            <a:lvl7pPr indent="-228600" lvl="6" marL="32004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2500"/>
              <a:buNone/>
              <a:defRPr/>
            </a:lvl7pPr>
            <a:lvl8pPr indent="-228600" lvl="7" marL="36576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2500"/>
              <a:buNone/>
              <a:defRPr/>
            </a:lvl8pPr>
            <a:lvl9pPr indent="-228600" lvl="8" marL="4114800" algn="l">
              <a:lnSpc>
                <a:spcPct val="115000"/>
              </a:lnSpc>
              <a:spcBef>
                <a:spcPts val="2100"/>
              </a:spcBef>
              <a:spcAft>
                <a:spcPts val="2100"/>
              </a:spcAft>
              <a:buSzPts val="2500"/>
              <a:buNone/>
              <a:defRPr/>
            </a:lvl9pPr>
          </a:lstStyle>
          <a:p/>
        </p:txBody>
      </p:sp>
      <p:sp>
        <p:nvSpPr>
          <p:cNvPr id="161" name="Google Shape;161;g3086943f9be_0_153"/>
          <p:cNvSpPr txBox="1"/>
          <p:nvPr>
            <p:ph idx="11" type="ftr"/>
          </p:nvPr>
        </p:nvSpPr>
        <p:spPr>
          <a:xfrm>
            <a:off x="3756829" y="6592616"/>
            <a:ext cx="4684800" cy="14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  <a:defRPr b="0" i="0" sz="1100" u="none" cap="none" strike="noStrike">
                <a:solidFill>
                  <a:srgbClr val="7D7D7D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  <a:defRPr b="0" i="0" sz="2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  <a:defRPr b="0" i="0" sz="2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  <a:defRPr b="0" i="0" sz="2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  <a:defRPr b="0" i="0" sz="2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  <a:defRPr b="0" i="0" sz="2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  <a:defRPr b="0" i="0" sz="2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  <a:defRPr b="0" i="0" sz="2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  <a:defRPr b="0" i="0" sz="2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62" name="Google Shape;162;g3086943f9be_0_153"/>
          <p:cNvSpPr txBox="1"/>
          <p:nvPr>
            <p:ph idx="10" type="dt"/>
          </p:nvPr>
        </p:nvSpPr>
        <p:spPr>
          <a:xfrm>
            <a:off x="609600" y="6377940"/>
            <a:ext cx="28041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  <a:defRPr b="0" i="0" sz="25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  <a:defRPr b="0" i="0" sz="2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  <a:defRPr b="0" i="0" sz="2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  <a:defRPr b="0" i="0" sz="2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  <a:defRPr b="0" i="0" sz="2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  <a:defRPr b="0" i="0" sz="2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  <a:defRPr b="0" i="0" sz="2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  <a:defRPr b="0" i="0" sz="2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  <a:defRPr b="0" i="0" sz="2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63" name="Google Shape;163;g3086943f9be_0_153"/>
          <p:cNvSpPr txBox="1"/>
          <p:nvPr>
            <p:ph idx="12" type="sldNum"/>
          </p:nvPr>
        </p:nvSpPr>
        <p:spPr>
          <a:xfrm>
            <a:off x="8778240" y="6377940"/>
            <a:ext cx="28041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chemeClr val="dk2"/>
              </a:solidFill>
            </a:endParaRPr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1">
  <p:cSld name="Blank"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086943f9be_0_159"/>
          <p:cNvSpPr txBox="1"/>
          <p:nvPr>
            <p:ph idx="11" type="ftr"/>
          </p:nvPr>
        </p:nvSpPr>
        <p:spPr>
          <a:xfrm>
            <a:off x="3756829" y="6592616"/>
            <a:ext cx="4684800" cy="14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  <a:defRPr b="0" i="0" sz="1100" u="none" cap="none" strike="noStrike">
                <a:solidFill>
                  <a:srgbClr val="7D7D7D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  <a:defRPr b="0" i="0" sz="2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  <a:defRPr b="0" i="0" sz="2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  <a:defRPr b="0" i="0" sz="2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  <a:defRPr b="0" i="0" sz="2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  <a:defRPr b="0" i="0" sz="2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  <a:defRPr b="0" i="0" sz="2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  <a:defRPr b="0" i="0" sz="2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  <a:defRPr b="0" i="0" sz="2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66" name="Google Shape;166;g3086943f9be_0_159"/>
          <p:cNvSpPr txBox="1"/>
          <p:nvPr>
            <p:ph idx="10" type="dt"/>
          </p:nvPr>
        </p:nvSpPr>
        <p:spPr>
          <a:xfrm>
            <a:off x="609600" y="6377940"/>
            <a:ext cx="28041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  <a:defRPr b="0" i="0" sz="25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  <a:defRPr b="0" i="0" sz="2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  <a:defRPr b="0" i="0" sz="2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  <a:defRPr b="0" i="0" sz="2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  <a:defRPr b="0" i="0" sz="2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  <a:defRPr b="0" i="0" sz="2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  <a:defRPr b="0" i="0" sz="2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  <a:defRPr b="0" i="0" sz="2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  <a:defRPr b="0" i="0" sz="2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67" name="Google Shape;167;g3086943f9be_0_159"/>
          <p:cNvSpPr txBox="1"/>
          <p:nvPr>
            <p:ph idx="12" type="sldNum"/>
          </p:nvPr>
        </p:nvSpPr>
        <p:spPr>
          <a:xfrm>
            <a:off x="8778240" y="6377940"/>
            <a:ext cx="28041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chemeClr val="dk2"/>
              </a:solidFill>
            </a:endParaRPr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3086943f9be_0_163"/>
          <p:cNvSpPr txBox="1"/>
          <p:nvPr>
            <p:ph type="ctrTitle"/>
          </p:nvPr>
        </p:nvSpPr>
        <p:spPr>
          <a:xfrm>
            <a:off x="771483" y="280172"/>
            <a:ext cx="10649100" cy="52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900"/>
              <a:buNone/>
              <a:defRPr b="0" i="0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9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9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9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9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9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9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9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900"/>
              <a:buNone/>
              <a:defRPr/>
            </a:lvl9pPr>
          </a:lstStyle>
          <a:p/>
        </p:txBody>
      </p:sp>
      <p:sp>
        <p:nvSpPr>
          <p:cNvPr id="170" name="Google Shape;170;g3086943f9be_0_163"/>
          <p:cNvSpPr txBox="1"/>
          <p:nvPr>
            <p:ph idx="1" type="subTitle"/>
          </p:nvPr>
        </p:nvSpPr>
        <p:spPr>
          <a:xfrm>
            <a:off x="1828800" y="3840480"/>
            <a:ext cx="8534400" cy="17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2500"/>
              <a:buNone/>
              <a:defRPr/>
            </a:lvl2pPr>
            <a:lvl3pPr lvl="2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2500"/>
              <a:buNone/>
              <a:defRPr/>
            </a:lvl3pPr>
            <a:lvl4pPr lvl="3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2500"/>
              <a:buNone/>
              <a:defRPr/>
            </a:lvl4pPr>
            <a:lvl5pPr lvl="4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2500"/>
              <a:buNone/>
              <a:defRPr/>
            </a:lvl5pPr>
            <a:lvl6pPr lvl="5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2500"/>
              <a:buNone/>
              <a:defRPr/>
            </a:lvl6pPr>
            <a:lvl7pPr lvl="6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2500"/>
              <a:buNone/>
              <a:defRPr/>
            </a:lvl7pPr>
            <a:lvl8pPr lvl="7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2500"/>
              <a:buNone/>
              <a:defRPr/>
            </a:lvl8pPr>
            <a:lvl9pPr lvl="8" algn="l">
              <a:lnSpc>
                <a:spcPct val="115000"/>
              </a:lnSpc>
              <a:spcBef>
                <a:spcPts val="2100"/>
              </a:spcBef>
              <a:spcAft>
                <a:spcPts val="2100"/>
              </a:spcAft>
              <a:buSzPts val="2500"/>
              <a:buNone/>
              <a:defRPr/>
            </a:lvl9pPr>
          </a:lstStyle>
          <a:p/>
        </p:txBody>
      </p:sp>
      <p:sp>
        <p:nvSpPr>
          <p:cNvPr id="171" name="Google Shape;171;g3086943f9be_0_163"/>
          <p:cNvSpPr txBox="1"/>
          <p:nvPr>
            <p:ph idx="11" type="ftr"/>
          </p:nvPr>
        </p:nvSpPr>
        <p:spPr>
          <a:xfrm>
            <a:off x="3756829" y="6592616"/>
            <a:ext cx="4684800" cy="14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  <a:defRPr b="0" i="0" sz="1100" u="none" cap="none" strike="noStrike">
                <a:solidFill>
                  <a:srgbClr val="7D7D7D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  <a:defRPr b="0" i="0" sz="2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  <a:defRPr b="0" i="0" sz="2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  <a:defRPr b="0" i="0" sz="2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  <a:defRPr b="0" i="0" sz="2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  <a:defRPr b="0" i="0" sz="2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  <a:defRPr b="0" i="0" sz="2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  <a:defRPr b="0" i="0" sz="2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  <a:defRPr b="0" i="0" sz="2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72" name="Google Shape;172;g3086943f9be_0_163"/>
          <p:cNvSpPr txBox="1"/>
          <p:nvPr>
            <p:ph idx="10" type="dt"/>
          </p:nvPr>
        </p:nvSpPr>
        <p:spPr>
          <a:xfrm>
            <a:off x="609600" y="6377940"/>
            <a:ext cx="28041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  <a:defRPr b="0" i="0" sz="25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  <a:defRPr b="0" i="0" sz="2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  <a:defRPr b="0" i="0" sz="2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  <a:defRPr b="0" i="0" sz="2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  <a:defRPr b="0" i="0" sz="2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  <a:defRPr b="0" i="0" sz="2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  <a:defRPr b="0" i="0" sz="2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  <a:defRPr b="0" i="0" sz="2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  <a:defRPr b="0" i="0" sz="2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73" name="Google Shape;173;g3086943f9be_0_163"/>
          <p:cNvSpPr txBox="1"/>
          <p:nvPr>
            <p:ph idx="12" type="sldNum"/>
          </p:nvPr>
        </p:nvSpPr>
        <p:spPr>
          <a:xfrm>
            <a:off x="8778240" y="6377940"/>
            <a:ext cx="28041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chemeClr val="dk2"/>
              </a:solidFill>
            </a:endParaRPr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Design">
  <p:cSld name="2_Design"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le Slide">
  <p:cSld name="OBJECT_1"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3086943f9be_0_170"/>
          <p:cNvSpPr txBox="1"/>
          <p:nvPr>
            <p:ph type="ctrTitle"/>
          </p:nvPr>
        </p:nvSpPr>
        <p:spPr>
          <a:xfrm>
            <a:off x="1436989" y="213247"/>
            <a:ext cx="9318000" cy="608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b="0" i="0" sz="5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177" name="Google Shape;177;g3086943f9be_0_170"/>
          <p:cNvSpPr txBox="1"/>
          <p:nvPr>
            <p:ph idx="1" type="subTitle"/>
          </p:nvPr>
        </p:nvSpPr>
        <p:spPr>
          <a:xfrm>
            <a:off x="1828800" y="3840480"/>
            <a:ext cx="8534400" cy="28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Char char="●"/>
              <a:defRPr/>
            </a:lvl1pPr>
            <a:lvl2pPr lvl="1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Char char="○"/>
              <a:defRPr/>
            </a:lvl2pPr>
            <a:lvl3pPr lvl="2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Char char="■"/>
              <a:defRPr/>
            </a:lvl3pPr>
            <a:lvl4pPr lvl="3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Char char="●"/>
              <a:defRPr/>
            </a:lvl4pPr>
            <a:lvl5pPr lvl="4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Char char="○"/>
              <a:defRPr/>
            </a:lvl5pPr>
            <a:lvl6pPr lvl="5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Char char="■"/>
              <a:defRPr/>
            </a:lvl6pPr>
            <a:lvl7pPr lvl="6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Char char="●"/>
              <a:defRPr/>
            </a:lvl7pPr>
            <a:lvl8pPr lvl="7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Char char="○"/>
              <a:defRPr/>
            </a:lvl8pPr>
            <a:lvl9pPr lvl="8" algn="l">
              <a:lnSpc>
                <a:spcPct val="115000"/>
              </a:lnSpc>
              <a:spcBef>
                <a:spcPts val="2100"/>
              </a:spcBef>
              <a:spcAft>
                <a:spcPts val="2100"/>
              </a:spcAft>
              <a:buSzPts val="1900"/>
              <a:buChar char="■"/>
              <a:defRPr/>
            </a:lvl9pPr>
          </a:lstStyle>
          <a:p/>
        </p:txBody>
      </p:sp>
      <p:sp>
        <p:nvSpPr>
          <p:cNvPr id="178" name="Google Shape;178;g3086943f9be_0_170"/>
          <p:cNvSpPr txBox="1"/>
          <p:nvPr>
            <p:ph idx="11" type="ftr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900" u="none" cap="none" strike="noStrike">
                <a:solidFill>
                  <a:srgbClr val="7E7E7E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79" name="Google Shape;179;g3086943f9be_0_170"/>
          <p:cNvSpPr txBox="1"/>
          <p:nvPr>
            <p:ph idx="10" type="dt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24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80" name="Google Shape;180;g3086943f9be_0_170"/>
          <p:cNvSpPr txBox="1"/>
          <p:nvPr>
            <p:ph idx="12" type="sldNum"/>
          </p:nvPr>
        </p:nvSpPr>
        <p:spPr>
          <a:xfrm>
            <a:off x="11296611" y="6217623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>
  <p:cSld name="Two Content"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3086943f9be_0_176"/>
          <p:cNvSpPr txBox="1"/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b="0" i="0" sz="5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183" name="Google Shape;183;g3086943f9be_0_176"/>
          <p:cNvSpPr txBox="1"/>
          <p:nvPr>
            <p:ph idx="1" type="body"/>
          </p:nvPr>
        </p:nvSpPr>
        <p:spPr>
          <a:xfrm>
            <a:off x="609600" y="1577340"/>
            <a:ext cx="5303700" cy="28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3619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Char char="●"/>
              <a:defRPr/>
            </a:lvl1pPr>
            <a:lvl2pPr indent="-349250" lvl="1" marL="9144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Char char="○"/>
              <a:defRPr/>
            </a:lvl2pPr>
            <a:lvl3pPr indent="-349250" lvl="2" marL="13716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Char char="■"/>
              <a:defRPr/>
            </a:lvl3pPr>
            <a:lvl4pPr indent="-349250" lvl="3" marL="18288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Char char="●"/>
              <a:defRPr/>
            </a:lvl4pPr>
            <a:lvl5pPr indent="-349250" lvl="4" marL="22860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Char char="○"/>
              <a:defRPr/>
            </a:lvl5pPr>
            <a:lvl6pPr indent="-349250" lvl="5" marL="27432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Char char="■"/>
              <a:defRPr/>
            </a:lvl6pPr>
            <a:lvl7pPr indent="-349250" lvl="6" marL="32004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Char char="●"/>
              <a:defRPr/>
            </a:lvl7pPr>
            <a:lvl8pPr indent="-349250" lvl="7" marL="36576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Char char="○"/>
              <a:defRPr/>
            </a:lvl8pPr>
            <a:lvl9pPr indent="-349250" lvl="8" marL="4114800" algn="l">
              <a:lnSpc>
                <a:spcPct val="115000"/>
              </a:lnSpc>
              <a:spcBef>
                <a:spcPts val="2100"/>
              </a:spcBef>
              <a:spcAft>
                <a:spcPts val="2100"/>
              </a:spcAft>
              <a:buSzPts val="1900"/>
              <a:buChar char="■"/>
              <a:defRPr/>
            </a:lvl9pPr>
          </a:lstStyle>
          <a:p/>
        </p:txBody>
      </p:sp>
      <p:sp>
        <p:nvSpPr>
          <p:cNvPr id="184" name="Google Shape;184;g3086943f9be_0_176"/>
          <p:cNvSpPr txBox="1"/>
          <p:nvPr>
            <p:ph idx="2" type="body"/>
          </p:nvPr>
        </p:nvSpPr>
        <p:spPr>
          <a:xfrm>
            <a:off x="6278880" y="1577340"/>
            <a:ext cx="5303700" cy="28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3619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Char char="●"/>
              <a:defRPr/>
            </a:lvl1pPr>
            <a:lvl2pPr indent="-349250" lvl="1" marL="9144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Char char="○"/>
              <a:defRPr/>
            </a:lvl2pPr>
            <a:lvl3pPr indent="-349250" lvl="2" marL="13716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Char char="■"/>
              <a:defRPr/>
            </a:lvl3pPr>
            <a:lvl4pPr indent="-349250" lvl="3" marL="18288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Char char="●"/>
              <a:defRPr/>
            </a:lvl4pPr>
            <a:lvl5pPr indent="-349250" lvl="4" marL="22860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Char char="○"/>
              <a:defRPr/>
            </a:lvl5pPr>
            <a:lvl6pPr indent="-349250" lvl="5" marL="27432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Char char="■"/>
              <a:defRPr/>
            </a:lvl6pPr>
            <a:lvl7pPr indent="-349250" lvl="6" marL="32004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Char char="●"/>
              <a:defRPr/>
            </a:lvl7pPr>
            <a:lvl8pPr indent="-349250" lvl="7" marL="36576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Char char="○"/>
              <a:defRPr/>
            </a:lvl8pPr>
            <a:lvl9pPr indent="-349250" lvl="8" marL="4114800" algn="l">
              <a:lnSpc>
                <a:spcPct val="115000"/>
              </a:lnSpc>
              <a:spcBef>
                <a:spcPts val="2100"/>
              </a:spcBef>
              <a:spcAft>
                <a:spcPts val="2100"/>
              </a:spcAft>
              <a:buSzPts val="1900"/>
              <a:buChar char="■"/>
              <a:defRPr/>
            </a:lvl9pPr>
          </a:lstStyle>
          <a:p/>
        </p:txBody>
      </p:sp>
      <p:sp>
        <p:nvSpPr>
          <p:cNvPr id="185" name="Google Shape;185;g3086943f9be_0_176"/>
          <p:cNvSpPr txBox="1"/>
          <p:nvPr>
            <p:ph idx="11" type="ftr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900" u="none" cap="none" strike="noStrike">
                <a:solidFill>
                  <a:srgbClr val="7E7E7E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86" name="Google Shape;186;g3086943f9be_0_176"/>
          <p:cNvSpPr txBox="1"/>
          <p:nvPr>
            <p:ph idx="10" type="dt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24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87" name="Google Shape;187;g3086943f9be_0_176"/>
          <p:cNvSpPr txBox="1"/>
          <p:nvPr>
            <p:ph idx="12" type="sldNum"/>
          </p:nvPr>
        </p:nvSpPr>
        <p:spPr>
          <a:xfrm>
            <a:off x="11296611" y="6217623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Blank">
  <p:cSld name="1_Blank"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g3086943f9be_0_183"/>
          <p:cNvSpPr txBox="1"/>
          <p:nvPr>
            <p:ph idx="11" type="ftr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900" u="none" cap="none" strike="noStrike">
                <a:solidFill>
                  <a:srgbClr val="7E7E7E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90" name="Google Shape;190;g3086943f9be_0_183"/>
          <p:cNvSpPr txBox="1"/>
          <p:nvPr>
            <p:ph idx="10" type="dt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24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91" name="Google Shape;191;g3086943f9be_0_183"/>
          <p:cNvSpPr txBox="1"/>
          <p:nvPr>
            <p:ph idx="12" type="sldNum"/>
          </p:nvPr>
        </p:nvSpPr>
        <p:spPr>
          <a:xfrm>
            <a:off x="11296611" y="6217623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1">
  <p:cSld name="TITLE_1"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g3086943f9be_0_187"/>
          <p:cNvSpPr txBox="1"/>
          <p:nvPr>
            <p:ph type="ctrTitle"/>
          </p:nvPr>
        </p:nvSpPr>
        <p:spPr>
          <a:xfrm>
            <a:off x="914400" y="685800"/>
            <a:ext cx="10363200" cy="2127300"/>
          </a:xfrm>
          <a:prstGeom prst="rect">
            <a:avLst/>
          </a:prstGeom>
          <a:noFill/>
          <a:ln>
            <a:noFill/>
          </a:ln>
        </p:spPr>
        <p:txBody>
          <a:bodyPr anchorCtr="0" anchor="b" bIns="60925" lIns="121900" spcFirstLastPara="1" rIns="121900" wrap="square" tIns="609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sz="57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 1">
  <p:cSld name="OBJECT_2"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3086943f9be_0_189"/>
          <p:cNvSpPr txBox="1"/>
          <p:nvPr>
            <p:ph type="title"/>
          </p:nvPr>
        </p:nvSpPr>
        <p:spPr>
          <a:xfrm>
            <a:off x="609600" y="277812"/>
            <a:ext cx="10972800" cy="576300"/>
          </a:xfrm>
          <a:prstGeom prst="rect">
            <a:avLst/>
          </a:prstGeom>
          <a:noFill/>
          <a:ln>
            <a:noFill/>
          </a:ln>
        </p:spPr>
        <p:txBody>
          <a:bodyPr anchorCtr="0" anchor="b" bIns="60925" lIns="121900" spcFirstLastPara="1" rIns="121900" wrap="square" tIns="609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9pPr>
          </a:lstStyle>
          <a:p/>
        </p:txBody>
      </p:sp>
      <p:sp>
        <p:nvSpPr>
          <p:cNvPr id="196" name="Google Shape;196;g3086943f9be_0_189"/>
          <p:cNvSpPr txBox="1"/>
          <p:nvPr>
            <p:ph idx="1" type="body"/>
          </p:nvPr>
        </p:nvSpPr>
        <p:spPr>
          <a:xfrm>
            <a:off x="1075267" y="1233487"/>
            <a:ext cx="10972800" cy="4530900"/>
          </a:xfrm>
          <a:prstGeom prst="rect">
            <a:avLst/>
          </a:prstGeom>
          <a:noFill/>
          <a:ln>
            <a:noFill/>
          </a:ln>
        </p:spPr>
        <p:txBody>
          <a:bodyPr anchorCtr="0" anchor="t" bIns="60925" lIns="121900" spcFirstLastPara="1" rIns="121900" wrap="square" tIns="60925">
            <a:noAutofit/>
          </a:bodyPr>
          <a:lstStyle>
            <a:lvl1pPr indent="-368300" lvl="0" marL="457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200"/>
              <a:buChar char="●"/>
              <a:defRPr/>
            </a:lvl1pPr>
            <a:lvl2pPr indent="-349250" lvl="1" marL="9144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900"/>
              <a:buChar char="●"/>
              <a:defRPr/>
            </a:lvl2pPr>
            <a:lvl3pPr indent="-342900" lvl="2" marL="1371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4"/>
              <a:defRPr/>
            </a:lvl3pPr>
            <a:lvl4pPr indent="-342900" lvl="3" marL="18288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»"/>
              <a:defRPr/>
            </a:lvl6pPr>
            <a:lvl7pPr indent="-342900" lvl="6" marL="32004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»"/>
              <a:defRPr/>
            </a:lvl7pPr>
            <a:lvl8pPr indent="-342900" lvl="7" marL="3657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»"/>
              <a:defRPr/>
            </a:lvl8pPr>
            <a:lvl9pPr indent="-342900" lvl="8" marL="41148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»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Text, and Content" type="txAndObj">
  <p:cSld name="TEXT_AND_OBJECT"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3086943f9be_0_192"/>
          <p:cNvSpPr txBox="1"/>
          <p:nvPr>
            <p:ph type="title"/>
          </p:nvPr>
        </p:nvSpPr>
        <p:spPr>
          <a:xfrm>
            <a:off x="609600" y="277815"/>
            <a:ext cx="10972800" cy="576300"/>
          </a:xfrm>
          <a:prstGeom prst="rect">
            <a:avLst/>
          </a:prstGeom>
          <a:noFill/>
          <a:ln>
            <a:noFill/>
          </a:ln>
        </p:spPr>
        <p:txBody>
          <a:bodyPr anchorCtr="0" anchor="b" bIns="60925" lIns="121900" spcFirstLastPara="1" rIns="121900" wrap="square" tIns="609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9pPr>
          </a:lstStyle>
          <a:p/>
        </p:txBody>
      </p:sp>
      <p:sp>
        <p:nvSpPr>
          <p:cNvPr id="199" name="Google Shape;199;g3086943f9be_0_192"/>
          <p:cNvSpPr txBox="1"/>
          <p:nvPr>
            <p:ph idx="1" type="body"/>
          </p:nvPr>
        </p:nvSpPr>
        <p:spPr>
          <a:xfrm>
            <a:off x="1075267" y="1233491"/>
            <a:ext cx="5384700" cy="4530900"/>
          </a:xfrm>
          <a:prstGeom prst="rect">
            <a:avLst/>
          </a:prstGeom>
          <a:noFill/>
          <a:ln>
            <a:noFill/>
          </a:ln>
        </p:spPr>
        <p:txBody>
          <a:bodyPr anchorCtr="0" anchor="t" bIns="60925" lIns="121900" spcFirstLastPara="1" rIns="121900" wrap="square" tIns="60925">
            <a:noAutofit/>
          </a:bodyPr>
          <a:lstStyle>
            <a:lvl1pPr indent="-368300" lvl="0" marL="457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200"/>
              <a:buChar char="●"/>
              <a:defRPr/>
            </a:lvl1pPr>
            <a:lvl2pPr indent="-349250" lvl="1" marL="9144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900"/>
              <a:buChar char="●"/>
              <a:defRPr/>
            </a:lvl2pPr>
            <a:lvl3pPr indent="-342900" lvl="2" marL="1371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4"/>
              <a:defRPr/>
            </a:lvl3pPr>
            <a:lvl4pPr indent="-342900" lvl="3" marL="18288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»"/>
              <a:defRPr/>
            </a:lvl6pPr>
            <a:lvl7pPr indent="-342900" lvl="6" marL="32004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»"/>
              <a:defRPr/>
            </a:lvl7pPr>
            <a:lvl8pPr indent="-342900" lvl="7" marL="3657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»"/>
              <a:defRPr/>
            </a:lvl8pPr>
            <a:lvl9pPr indent="-342900" lvl="8" marL="41148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»"/>
              <a:defRPr/>
            </a:lvl9pPr>
          </a:lstStyle>
          <a:p/>
        </p:txBody>
      </p:sp>
      <p:sp>
        <p:nvSpPr>
          <p:cNvPr id="200" name="Google Shape;200;g3086943f9be_0_192"/>
          <p:cNvSpPr txBox="1"/>
          <p:nvPr>
            <p:ph idx="2" type="body"/>
          </p:nvPr>
        </p:nvSpPr>
        <p:spPr>
          <a:xfrm>
            <a:off x="6663267" y="1233491"/>
            <a:ext cx="5384700" cy="4530900"/>
          </a:xfrm>
          <a:prstGeom prst="rect">
            <a:avLst/>
          </a:prstGeom>
          <a:noFill/>
          <a:ln>
            <a:noFill/>
          </a:ln>
        </p:spPr>
        <p:txBody>
          <a:bodyPr anchorCtr="0" anchor="t" bIns="60925" lIns="121900" spcFirstLastPara="1" rIns="121900" wrap="square" tIns="60925">
            <a:noAutofit/>
          </a:bodyPr>
          <a:lstStyle>
            <a:lvl1pPr indent="-368300" lvl="0" marL="457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200"/>
              <a:buChar char="●"/>
              <a:defRPr/>
            </a:lvl1pPr>
            <a:lvl2pPr indent="-349250" lvl="1" marL="9144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900"/>
              <a:buChar char="●"/>
              <a:defRPr/>
            </a:lvl2pPr>
            <a:lvl3pPr indent="-342900" lvl="2" marL="1371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4"/>
              <a:defRPr/>
            </a:lvl3pPr>
            <a:lvl4pPr indent="-342900" lvl="3" marL="18288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»"/>
              <a:defRPr/>
            </a:lvl6pPr>
            <a:lvl7pPr indent="-342900" lvl="6" marL="32004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»"/>
              <a:defRPr/>
            </a:lvl7pPr>
            <a:lvl8pPr indent="-342900" lvl="7" marL="3657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»"/>
              <a:defRPr/>
            </a:lvl8pPr>
            <a:lvl9pPr indent="-342900" lvl="8" marL="41148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»"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39.xml"/><Relationship Id="rId20" Type="http://schemas.openxmlformats.org/officeDocument/2006/relationships/slideLayout" Target="../slideLayouts/slideLayout19.xml"/><Relationship Id="rId42" Type="http://schemas.openxmlformats.org/officeDocument/2006/relationships/slideLayout" Target="../slideLayouts/slideLayout41.xml"/><Relationship Id="rId41" Type="http://schemas.openxmlformats.org/officeDocument/2006/relationships/slideLayout" Target="../slideLayouts/slideLayout40.xml"/><Relationship Id="rId22" Type="http://schemas.openxmlformats.org/officeDocument/2006/relationships/slideLayout" Target="../slideLayouts/slideLayout21.xml"/><Relationship Id="rId21" Type="http://schemas.openxmlformats.org/officeDocument/2006/relationships/slideLayout" Target="../slideLayouts/slideLayout20.xml"/><Relationship Id="rId43" Type="http://schemas.openxmlformats.org/officeDocument/2006/relationships/theme" Target="../theme/theme2.xml"/><Relationship Id="rId24" Type="http://schemas.openxmlformats.org/officeDocument/2006/relationships/slideLayout" Target="../slideLayouts/slideLayout23.xml"/><Relationship Id="rId23" Type="http://schemas.openxmlformats.org/officeDocument/2006/relationships/slideLayout" Target="../slideLayouts/slideLayout22.xml"/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26" Type="http://schemas.openxmlformats.org/officeDocument/2006/relationships/slideLayout" Target="../slideLayouts/slideLayout25.xml"/><Relationship Id="rId25" Type="http://schemas.openxmlformats.org/officeDocument/2006/relationships/slideLayout" Target="../slideLayouts/slideLayout24.xml"/><Relationship Id="rId28" Type="http://schemas.openxmlformats.org/officeDocument/2006/relationships/slideLayout" Target="../slideLayouts/slideLayout27.xml"/><Relationship Id="rId27" Type="http://schemas.openxmlformats.org/officeDocument/2006/relationships/slideLayout" Target="../slideLayouts/slideLayout26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29" Type="http://schemas.openxmlformats.org/officeDocument/2006/relationships/slideLayout" Target="../slideLayouts/slideLayout28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31" Type="http://schemas.openxmlformats.org/officeDocument/2006/relationships/slideLayout" Target="../slideLayouts/slideLayout30.xml"/><Relationship Id="rId30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0.xml"/><Relationship Id="rId33" Type="http://schemas.openxmlformats.org/officeDocument/2006/relationships/slideLayout" Target="../slideLayouts/slideLayout32.xml"/><Relationship Id="rId10" Type="http://schemas.openxmlformats.org/officeDocument/2006/relationships/slideLayout" Target="../slideLayouts/slideLayout9.xml"/><Relationship Id="rId32" Type="http://schemas.openxmlformats.org/officeDocument/2006/relationships/slideLayout" Target="../slideLayouts/slideLayout31.xml"/><Relationship Id="rId13" Type="http://schemas.openxmlformats.org/officeDocument/2006/relationships/slideLayout" Target="../slideLayouts/slideLayout12.xml"/><Relationship Id="rId35" Type="http://schemas.openxmlformats.org/officeDocument/2006/relationships/slideLayout" Target="../slideLayouts/slideLayout34.xml"/><Relationship Id="rId12" Type="http://schemas.openxmlformats.org/officeDocument/2006/relationships/slideLayout" Target="../slideLayouts/slideLayout11.xml"/><Relationship Id="rId34" Type="http://schemas.openxmlformats.org/officeDocument/2006/relationships/slideLayout" Target="../slideLayouts/slideLayout33.xml"/><Relationship Id="rId15" Type="http://schemas.openxmlformats.org/officeDocument/2006/relationships/slideLayout" Target="../slideLayouts/slideLayout14.xml"/><Relationship Id="rId37" Type="http://schemas.openxmlformats.org/officeDocument/2006/relationships/slideLayout" Target="../slideLayouts/slideLayout36.xml"/><Relationship Id="rId14" Type="http://schemas.openxmlformats.org/officeDocument/2006/relationships/slideLayout" Target="../slideLayouts/slideLayout13.xml"/><Relationship Id="rId36" Type="http://schemas.openxmlformats.org/officeDocument/2006/relationships/slideLayout" Target="../slideLayouts/slideLayout35.xml"/><Relationship Id="rId17" Type="http://schemas.openxmlformats.org/officeDocument/2006/relationships/slideLayout" Target="../slideLayouts/slideLayout16.xml"/><Relationship Id="rId39" Type="http://schemas.openxmlformats.org/officeDocument/2006/relationships/slideLayout" Target="../slideLayouts/slideLayout38.xml"/><Relationship Id="rId16" Type="http://schemas.openxmlformats.org/officeDocument/2006/relationships/slideLayout" Target="../slideLayouts/slideLayout15.xml"/><Relationship Id="rId38" Type="http://schemas.openxmlformats.org/officeDocument/2006/relationships/slideLayout" Target="../slideLayouts/slideLayout37.xml"/><Relationship Id="rId19" Type="http://schemas.openxmlformats.org/officeDocument/2006/relationships/slideLayout" Target="../slideLayouts/slideLayout18.xml"/><Relationship Id="rId18" Type="http://schemas.openxmlformats.org/officeDocument/2006/relationships/slideLayout" Target="../slideLayouts/slideLayout1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g3086943f9be_0_0"/>
          <p:cNvSpPr txBox="1"/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162475" lIns="162475" spcFirstLastPara="1" rIns="162475" wrap="square" tIns="16247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900"/>
              <a:buFont typeface="Arial"/>
              <a:buNone/>
              <a:defRPr b="0" i="0" sz="4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900"/>
              <a:buFont typeface="Arial"/>
              <a:buNone/>
              <a:defRPr b="0" i="0" sz="4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900"/>
              <a:buFont typeface="Arial"/>
              <a:buNone/>
              <a:defRPr b="0" i="0" sz="4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900"/>
              <a:buFont typeface="Arial"/>
              <a:buNone/>
              <a:defRPr b="0" i="0" sz="4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900"/>
              <a:buFont typeface="Arial"/>
              <a:buNone/>
              <a:defRPr b="0" i="0" sz="4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900"/>
              <a:buFont typeface="Arial"/>
              <a:buNone/>
              <a:defRPr b="0" i="0" sz="4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900"/>
              <a:buFont typeface="Arial"/>
              <a:buNone/>
              <a:defRPr b="0" i="0" sz="4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900"/>
              <a:buFont typeface="Arial"/>
              <a:buNone/>
              <a:defRPr b="0" i="0" sz="4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900"/>
              <a:buFont typeface="Arial"/>
              <a:buNone/>
              <a:defRPr b="0" i="0" sz="4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g3086943f9be_0_0"/>
          <p:cNvSpPr txBox="1"/>
          <p:nvPr>
            <p:ph idx="1" type="body"/>
          </p:nvPr>
        </p:nvSpPr>
        <p:spPr>
          <a:xfrm>
            <a:off x="415600" y="1536633"/>
            <a:ext cx="113607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162475" lIns="162475" spcFirstLastPara="1" rIns="162475" wrap="square" tIns="162475">
            <a:normAutofit/>
          </a:bodyPr>
          <a:lstStyle>
            <a:lvl1pPr indent="-4318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Arial"/>
              <a:buChar char="●"/>
              <a:defRPr b="0" i="0" sz="3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735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Font typeface="Arial"/>
              <a:buChar char="○"/>
              <a:defRPr b="0" i="0" sz="25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8735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Font typeface="Arial"/>
              <a:buChar char="■"/>
              <a:defRPr b="0" i="0" sz="25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8735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Font typeface="Arial"/>
              <a:buChar char="●"/>
              <a:defRPr b="0" i="0" sz="25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8735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Font typeface="Arial"/>
              <a:buChar char="○"/>
              <a:defRPr b="0" i="0" sz="25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8735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Font typeface="Arial"/>
              <a:buChar char="■"/>
              <a:defRPr b="0" i="0" sz="25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8735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Font typeface="Arial"/>
              <a:buChar char="●"/>
              <a:defRPr b="0" i="0" sz="25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8735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Font typeface="Arial"/>
              <a:buChar char="○"/>
              <a:defRPr b="0" i="0" sz="25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8735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Font typeface="Arial"/>
              <a:buChar char="■"/>
              <a:defRPr b="0" i="0" sz="25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g3086943f9be_0_0"/>
          <p:cNvSpPr txBox="1"/>
          <p:nvPr>
            <p:ph idx="12" type="sldNum"/>
          </p:nvPr>
        </p:nvSpPr>
        <p:spPr>
          <a:xfrm>
            <a:off x="11296611" y="6217623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62475" lIns="162475" spcFirstLastPara="1" rIns="162475" wrap="square" tIns="162475">
            <a:normAutofit fontScale="92500" lnSpcReduction="20000"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7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7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7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7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7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7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7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7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7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9" name="Google Shape;9;g3086943f9be_0_0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9867500" y="5949"/>
            <a:ext cx="1701282" cy="659251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  <p:sldLayoutId id="2147483685" r:id="rId38"/>
    <p:sldLayoutId id="2147483686" r:id="rId39"/>
    <p:sldLayoutId id="2147483687" r:id="rId40"/>
    <p:sldLayoutId id="2147483688" r:id="rId41"/>
    <p:sldLayoutId id="2147483689" r:id="rId4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6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7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8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" name="Google Shape;205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73625" y="631349"/>
            <a:ext cx="10923651" cy="5982600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p1"/>
          <p:cNvSpPr txBox="1"/>
          <p:nvPr/>
        </p:nvSpPr>
        <p:spPr>
          <a:xfrm>
            <a:off x="5279923" y="4150512"/>
            <a:ext cx="6096000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To generate a </a:t>
            </a:r>
            <a:r>
              <a:rPr b="1" i="0" lang="en-US" sz="18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random classification dataset</a:t>
            </a: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1" i="0" lang="en-US" sz="1800" u="none" cap="none" strike="noStrike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for binary or multiclass classification</a:t>
            </a: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problems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1" name="Google Shape;211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84884" y="1223040"/>
            <a:ext cx="9839387" cy="3586771"/>
          </a:xfrm>
          <a:prstGeom prst="rect">
            <a:avLst/>
          </a:prstGeom>
          <a:noFill/>
          <a:ln>
            <a:noFill/>
          </a:ln>
        </p:spPr>
      </p:pic>
      <p:sp>
        <p:nvSpPr>
          <p:cNvPr id="212" name="Google Shape;212;p2"/>
          <p:cNvSpPr txBox="1"/>
          <p:nvPr/>
        </p:nvSpPr>
        <p:spPr>
          <a:xfrm>
            <a:off x="4382890" y="853710"/>
            <a:ext cx="7482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.shape 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It tells you the number of </a:t>
            </a: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rows and columns 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 a n-Dimensional  array </a:t>
            </a:r>
            <a:r>
              <a:rPr b="1" lang="en-US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1"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2"/>
          <p:cNvSpPr/>
          <p:nvPr/>
        </p:nvSpPr>
        <p:spPr>
          <a:xfrm>
            <a:off x="875069" y="5124043"/>
            <a:ext cx="7472517" cy="40011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000"/>
              <a:buFont typeface="Times New Roman"/>
              <a:buNone/>
            </a:pPr>
            <a:r>
              <a:rPr b="1" i="0" lang="en-US" sz="2000" u="none" cap="none" strike="noStrik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is a </a:t>
            </a:r>
            <a:r>
              <a:rPr b="1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2D array </a:t>
            </a: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(matrix) with </a:t>
            </a:r>
            <a:r>
              <a:rPr b="1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1000 rows </a:t>
            </a: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and </a:t>
            </a:r>
            <a:r>
              <a:rPr b="1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10 columns </a:t>
            </a:r>
            <a:endParaRPr/>
          </a:p>
        </p:txBody>
      </p:sp>
      <p:cxnSp>
        <p:nvCxnSpPr>
          <p:cNvPr id="214" name="Google Shape;214;p2"/>
          <p:cNvCxnSpPr/>
          <p:nvPr/>
        </p:nvCxnSpPr>
        <p:spPr>
          <a:xfrm rot="10800000">
            <a:off x="3057832" y="2585884"/>
            <a:ext cx="2408903" cy="2703871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215" name="Google Shape;215;p2"/>
          <p:cNvSpPr/>
          <p:nvPr/>
        </p:nvSpPr>
        <p:spPr>
          <a:xfrm>
            <a:off x="5466735" y="5864879"/>
            <a:ext cx="6656439" cy="3693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Font typeface="Arimo"/>
              <a:buNone/>
            </a:pPr>
            <a:r>
              <a:rPr b="1" i="0" lang="en-US" sz="1800" u="none" cap="none" strike="noStrike">
                <a:solidFill>
                  <a:srgbClr val="FF0000"/>
                </a:solidFill>
                <a:latin typeface="Arimo"/>
                <a:ea typeface="Arimo"/>
                <a:cs typeface="Arimo"/>
                <a:sym typeface="Arimo"/>
              </a:rPr>
              <a:t>y</a:t>
            </a: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array contains </a:t>
            </a: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1000 labels</a:t>
            </a: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corresponding to the </a:t>
            </a: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1000 samples in </a:t>
            </a:r>
            <a:r>
              <a:rPr b="1" i="0" lang="en-US" sz="1800" u="none" cap="none" strike="noStrike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x</a:t>
            </a: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 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16" name="Google Shape;216;p2"/>
          <p:cNvCxnSpPr/>
          <p:nvPr/>
        </p:nvCxnSpPr>
        <p:spPr>
          <a:xfrm rot="10800000">
            <a:off x="3185652" y="4395019"/>
            <a:ext cx="4493342" cy="1750142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1" name="Google Shape;221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1225" y="714599"/>
            <a:ext cx="11021949" cy="5068550"/>
          </a:xfrm>
          <a:prstGeom prst="rect">
            <a:avLst/>
          </a:prstGeom>
          <a:noFill/>
          <a:ln>
            <a:noFill/>
          </a:ln>
        </p:spPr>
      </p:pic>
      <p:sp>
        <p:nvSpPr>
          <p:cNvPr id="222" name="Google Shape;222;p3"/>
          <p:cNvSpPr/>
          <p:nvPr/>
        </p:nvSpPr>
        <p:spPr>
          <a:xfrm>
            <a:off x="1140542" y="6005278"/>
            <a:ext cx="10658168" cy="46166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Times New Roman"/>
              <a:buNone/>
            </a:pPr>
            <a:r>
              <a:rPr b="1" i="0" lang="en-US" sz="2400" u="none" cap="none" strike="noStrik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DataFrame(x)</a:t>
            </a:r>
            <a:r>
              <a:rPr b="0" i="0" lang="en-US" sz="2400" u="none" cap="none" strike="noStrik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</a:t>
            </a: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This function converts the array </a:t>
            </a:r>
            <a:r>
              <a:rPr b="1" i="0" lang="en-US" sz="2400" u="none" cap="none" strike="noStrik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 </a:t>
            </a: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into a </a:t>
            </a:r>
            <a:r>
              <a:rPr b="1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pandas DataFrame</a:t>
            </a: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7" name="Google Shape;227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4933" y="108156"/>
            <a:ext cx="7614667" cy="6524514"/>
          </a:xfrm>
          <a:prstGeom prst="rect">
            <a:avLst/>
          </a:prstGeom>
          <a:noFill/>
          <a:ln>
            <a:noFill/>
          </a:ln>
        </p:spPr>
      </p:pic>
      <p:sp>
        <p:nvSpPr>
          <p:cNvPr id="228" name="Google Shape;228;p4"/>
          <p:cNvSpPr/>
          <p:nvPr/>
        </p:nvSpPr>
        <p:spPr>
          <a:xfrm>
            <a:off x="8908026" y="2664202"/>
            <a:ext cx="2476756" cy="23083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 array contains </a:t>
            </a:r>
            <a:r>
              <a:rPr b="1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1000</a:t>
            </a: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labels, corresponding to the 1000 samples in x. For </a:t>
            </a:r>
            <a:r>
              <a:rPr b="1" i="0" lang="en-US" sz="2400" u="none" cap="none" strike="noStrik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Binary classification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3" name="Google Shape;233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1046" y="1072271"/>
            <a:ext cx="11097945" cy="471345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8" name="Google Shape;238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65177" y="570273"/>
            <a:ext cx="11290903" cy="4807972"/>
          </a:xfrm>
          <a:prstGeom prst="rect">
            <a:avLst/>
          </a:prstGeom>
          <a:noFill/>
          <a:ln>
            <a:noFill/>
          </a:ln>
        </p:spPr>
      </p:pic>
      <p:sp>
        <p:nvSpPr>
          <p:cNvPr id="239" name="Google Shape;239;p6"/>
          <p:cNvSpPr txBox="1"/>
          <p:nvPr/>
        </p:nvSpPr>
        <p:spPr>
          <a:xfrm>
            <a:off x="5594555" y="110302"/>
            <a:ext cx="303816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Predict the </a:t>
            </a:r>
            <a:r>
              <a:rPr b="1" lang="en-US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test data (x_test)</a:t>
            </a:r>
            <a:endParaRPr b="1"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40" name="Google Shape;240;p6"/>
          <p:cNvCxnSpPr/>
          <p:nvPr/>
        </p:nvCxnSpPr>
        <p:spPr>
          <a:xfrm flipH="1">
            <a:off x="4788310" y="294968"/>
            <a:ext cx="3264309" cy="1199535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241" name="Google Shape;241;p6"/>
          <p:cNvSpPr txBox="1"/>
          <p:nvPr/>
        </p:nvSpPr>
        <p:spPr>
          <a:xfrm>
            <a:off x="6312310" y="2143432"/>
            <a:ext cx="350028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Print the </a:t>
            </a: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predicted labels 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</a:t>
            </a:r>
            <a:r>
              <a:rPr b="1" lang="en-US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y_pred)</a:t>
            </a:r>
            <a:endParaRPr b="1"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6" name="Google Shape;246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94975" y="235875"/>
            <a:ext cx="9635650" cy="6248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1" name="Google Shape;251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9480" y="305567"/>
            <a:ext cx="8030088" cy="3312704"/>
          </a:xfrm>
          <a:prstGeom prst="rect">
            <a:avLst/>
          </a:prstGeom>
          <a:noFill/>
          <a:ln>
            <a:noFill/>
          </a:ln>
        </p:spPr>
      </p:pic>
      <p:sp>
        <p:nvSpPr>
          <p:cNvPr id="252" name="Google Shape;252;p8"/>
          <p:cNvSpPr txBox="1"/>
          <p:nvPr/>
        </p:nvSpPr>
        <p:spPr>
          <a:xfrm>
            <a:off x="3746090" y="576142"/>
            <a:ext cx="84459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highlight>
                  <a:srgbClr val="FFFF00"/>
                </a:highlight>
                <a:latin typeface="Calibri"/>
                <a:ea typeface="Calibri"/>
                <a:cs typeface="Calibri"/>
                <a:sym typeface="Calibri"/>
              </a:rPr>
              <a:t>Precision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For </a:t>
            </a:r>
            <a:r>
              <a:rPr b="1" lang="en-US" sz="18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class 0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80% 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of the </a:t>
            </a:r>
            <a:r>
              <a:rPr b="1" lang="en-US" sz="18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predicted 0's 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were actually </a:t>
            </a: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0's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and for </a:t>
            </a:r>
            <a:r>
              <a:rPr b="1" lang="en-US" sz="18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class 1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89% 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of the </a:t>
            </a:r>
            <a:r>
              <a:rPr b="1" lang="en-US" sz="18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predicted 1's 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were actually</a:t>
            </a: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1's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8"/>
          <p:cNvSpPr txBox="1"/>
          <p:nvPr/>
        </p:nvSpPr>
        <p:spPr>
          <a:xfrm>
            <a:off x="7083455" y="1703312"/>
            <a:ext cx="4459616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Precisio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 measures the </a:t>
            </a:r>
            <a:r>
              <a:rPr b="1" lang="en-US" sz="1800">
                <a:solidFill>
                  <a:schemeClr val="dk1"/>
                </a:solidFill>
                <a:highlight>
                  <a:srgbClr val="FFFF00"/>
                </a:highlight>
                <a:latin typeface="Calibri"/>
                <a:ea typeface="Calibri"/>
                <a:cs typeface="Calibri"/>
                <a:sym typeface="Calibri"/>
              </a:rPr>
              <a:t>accuracy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of the </a:t>
            </a:r>
            <a:r>
              <a:rPr b="1" lang="en-US" sz="18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positive predictions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8"/>
          <p:cNvSpPr txBox="1"/>
          <p:nvPr/>
        </p:nvSpPr>
        <p:spPr>
          <a:xfrm>
            <a:off x="58994" y="3633841"/>
            <a:ext cx="1056967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highlight>
                  <a:srgbClr val="FFFF00"/>
                </a:highlight>
                <a:latin typeface="Calibri"/>
                <a:ea typeface="Calibri"/>
                <a:cs typeface="Calibri"/>
                <a:sym typeface="Calibri"/>
              </a:rPr>
              <a:t>Recall</a:t>
            </a:r>
            <a:r>
              <a:rPr lang="en-US" sz="1800">
                <a:solidFill>
                  <a:schemeClr val="dk1"/>
                </a:solidFill>
                <a:highlight>
                  <a:srgbClr val="FFFF00"/>
                </a:highlight>
                <a:latin typeface="Calibri"/>
                <a:ea typeface="Calibri"/>
                <a:cs typeface="Calibri"/>
                <a:sym typeface="Calibri"/>
              </a:rPr>
              <a:t>: 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model correctly identified </a:t>
            </a:r>
            <a:r>
              <a:rPr b="1" lang="en-US" sz="18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87% 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of the </a:t>
            </a: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true class 0's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and </a:t>
            </a:r>
            <a:r>
              <a:rPr b="1" lang="en-US" sz="18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82% 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of the </a:t>
            </a: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true class 1's.</a:t>
            </a:r>
            <a:endParaRPr b="1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8"/>
          <p:cNvSpPr txBox="1"/>
          <p:nvPr/>
        </p:nvSpPr>
        <p:spPr>
          <a:xfrm>
            <a:off x="7122784" y="2420762"/>
            <a:ext cx="4557939" cy="646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Recall 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measures the </a:t>
            </a:r>
            <a:r>
              <a:rPr b="1" lang="en-US" sz="1800">
                <a:solidFill>
                  <a:schemeClr val="dk1"/>
                </a:solidFill>
                <a:highlight>
                  <a:srgbClr val="FFFF00"/>
                </a:highlight>
                <a:latin typeface="Calibri"/>
                <a:ea typeface="Calibri"/>
                <a:cs typeface="Calibri"/>
                <a:sym typeface="Calibri"/>
              </a:rPr>
              <a:t>model's ability 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to </a:t>
            </a:r>
            <a:r>
              <a:rPr b="1" lang="en-US" sz="18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detect positive samples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8"/>
          <p:cNvSpPr txBox="1"/>
          <p:nvPr/>
        </p:nvSpPr>
        <p:spPr>
          <a:xfrm>
            <a:off x="58994" y="4103292"/>
            <a:ext cx="1009772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highlight>
                  <a:srgbClr val="FFFF00"/>
                </a:highlight>
                <a:latin typeface="Calibri"/>
                <a:ea typeface="Calibri"/>
                <a:cs typeface="Calibri"/>
                <a:sym typeface="Calibri"/>
              </a:rPr>
              <a:t>F1-Score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The </a:t>
            </a: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balance between precision and recall 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for each class (</a:t>
            </a: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0.84 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for </a:t>
            </a:r>
            <a:r>
              <a:rPr b="1" lang="en-US" sz="18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class 0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0.86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for </a:t>
            </a:r>
            <a:r>
              <a:rPr b="1" lang="en-US" sz="18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class 1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8"/>
          <p:cNvSpPr/>
          <p:nvPr/>
        </p:nvSpPr>
        <p:spPr>
          <a:xfrm>
            <a:off x="58994" y="4582125"/>
            <a:ext cx="9596284" cy="3693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highlight>
                  <a:srgbClr val="FFFF00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Support</a:t>
            </a:r>
            <a:r>
              <a:rPr b="0" i="0" lang="en-US" sz="1800" u="none" cap="none" strike="noStrike">
                <a:solidFill>
                  <a:schemeClr val="dk1"/>
                </a:solidFill>
                <a:highlight>
                  <a:srgbClr val="FFFF00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: </a:t>
            </a:r>
            <a:r>
              <a:rPr b="0" i="0" lang="en-US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Indicates that there are </a:t>
            </a:r>
            <a:r>
              <a:rPr b="1" i="0" lang="en-US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135 </a:t>
            </a:r>
            <a:r>
              <a:rPr b="0" i="0" lang="en-US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samples of </a:t>
            </a:r>
            <a:r>
              <a:rPr b="1" i="0" lang="en-US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class 0 </a:t>
            </a:r>
            <a:r>
              <a:rPr b="0" i="0" lang="en-US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and </a:t>
            </a:r>
            <a:r>
              <a:rPr b="1" i="0" lang="en-US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165 </a:t>
            </a:r>
            <a:r>
              <a:rPr b="0" i="0" lang="en-US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samples of </a:t>
            </a:r>
            <a:r>
              <a:rPr b="1" i="0" lang="en-US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class 1 </a:t>
            </a:r>
            <a:r>
              <a:rPr b="0" i="0" lang="en-US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 y_test. </a:t>
            </a:r>
            <a:endParaRPr/>
          </a:p>
        </p:txBody>
      </p:sp>
      <p:sp>
        <p:nvSpPr>
          <p:cNvPr id="258" name="Google Shape;258;p8"/>
          <p:cNvSpPr txBox="1"/>
          <p:nvPr/>
        </p:nvSpPr>
        <p:spPr>
          <a:xfrm>
            <a:off x="58993" y="5138791"/>
            <a:ext cx="11336593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highlight>
                  <a:srgbClr val="FFFF00"/>
                </a:highlight>
                <a:latin typeface="Calibri"/>
                <a:ea typeface="Calibri"/>
                <a:cs typeface="Calibri"/>
                <a:sym typeface="Calibri"/>
              </a:rPr>
              <a:t>Macro Avg</a:t>
            </a:r>
            <a:r>
              <a:rPr lang="en-US" sz="1800">
                <a:solidFill>
                  <a:schemeClr val="dk1"/>
                </a:solidFill>
                <a:highlight>
                  <a:srgbClr val="FFFF00"/>
                </a:highlight>
                <a:latin typeface="Calibri"/>
                <a:ea typeface="Calibri"/>
                <a:cs typeface="Calibri"/>
                <a:sym typeface="Calibri"/>
              </a:rPr>
              <a:t>: 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</a:t>
            </a: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average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of the </a:t>
            </a:r>
            <a:r>
              <a:rPr b="1" lang="en-US" sz="18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precision, recall, and F1-score 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across all classes, treating all classes equally. This means </a:t>
            </a:r>
            <a:r>
              <a:rPr b="1" lang="en-US" sz="18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smaller classes 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get the same importance as </a:t>
            </a:r>
            <a:r>
              <a:rPr b="1" lang="en-US" sz="18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larger classes.</a:t>
            </a:r>
            <a:endParaRPr b="1" sz="1800">
              <a:solidFill>
                <a:srgbClr val="C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8"/>
          <p:cNvSpPr txBox="1"/>
          <p:nvPr/>
        </p:nvSpPr>
        <p:spPr>
          <a:xfrm>
            <a:off x="58993" y="5897992"/>
            <a:ext cx="10884310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highlight>
                  <a:srgbClr val="FFFF00"/>
                </a:highlight>
                <a:latin typeface="Calibri"/>
                <a:ea typeface="Calibri"/>
                <a:cs typeface="Calibri"/>
                <a:sym typeface="Calibri"/>
              </a:rPr>
              <a:t>Weighted Avg: 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</a:t>
            </a: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weighted average 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of </a:t>
            </a:r>
            <a:r>
              <a:rPr b="1" lang="en-US" sz="18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precision, recall, and F1-score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considering the support (i.e., the number of true instances for each class). </a:t>
            </a: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Larger classes 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will have a </a:t>
            </a:r>
            <a:r>
              <a:rPr b="1" lang="en-US" sz="18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greater impact 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on the weighted average.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2024-09-29T13:32:38Z</dcterms:created>
  <dc:creator>jagadishdell@outlook.com</dc:creator>
</cp:coreProperties>
</file>