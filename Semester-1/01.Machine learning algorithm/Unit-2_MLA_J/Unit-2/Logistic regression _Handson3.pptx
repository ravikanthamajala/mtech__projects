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Tahoma"/>
      <p:regular r:id="rId11"/>
      <p:bold r:id="rId12"/>
    </p:embeddedFont>
    <p:embeddedFont>
      <p:font typeface="Helvetica Neue"/>
      <p:regular r:id="rId13"/>
      <p:bold r:id="rId14"/>
      <p:italic r:id="rId15"/>
      <p:boldItalic r:id="rId16"/>
    </p:embeddedFont>
    <p:embeddedFont>
      <p:font typeface="Helvetica Neue Ligh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PzPR7k6w1XC/IpK//IpzjVhef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Italic.fntdata"/><Relationship Id="rId21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Tahoma-regular.fntdata"/><Relationship Id="rId10" Type="http://schemas.openxmlformats.org/officeDocument/2006/relationships/slide" Target="slides/slide6.xml"/><Relationship Id="rId13" Type="http://schemas.openxmlformats.org/officeDocument/2006/relationships/font" Target="fonts/HelveticaNeue-regular.fntdata"/><Relationship Id="rId12" Type="http://schemas.openxmlformats.org/officeDocument/2006/relationships/font" Target="fonts/Tahoma-bold.fntdata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schemas.openxmlformats.org/officeDocument/2006/relationships/font" Target="fonts/HelveticaNeueLight-regular.fntdata"/><Relationship Id="rId16" Type="http://schemas.openxmlformats.org/officeDocument/2006/relationships/font" Target="fonts/HelveticaNeue-boldItalic.fntdata"/><Relationship Id="rId19" Type="http://schemas.openxmlformats.org/officeDocument/2006/relationships/font" Target="fonts/HelveticaNeueLight-italic.fntdata"/><Relationship Id="rId18" Type="http://schemas.openxmlformats.org/officeDocument/2006/relationships/font" Target="fonts/HelveticaNeue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M Logo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088b809072_0_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2" name="Google Shape;12;g3088b809072_0_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13" name="Google Shape;13;g3088b809072_0_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088b809072_0_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" name="Google Shape;16;g3088b809072_0_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">
  <p:cSld name="TITLE_AND_BODY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88b809072_0_12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g3088b809072_0_1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088b809072_0_12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1" name="Google Shape;21;g3088b809072_0_1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">
  <p:cSld name="TITLE_ONLY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088b809072_0_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g3088b809072_0_17"/>
          <p:cNvPicPr preferRelativeResize="0"/>
          <p:nvPr/>
        </p:nvPicPr>
        <p:blipFill rotWithShape="1">
          <a:blip r:embed="rId2">
            <a:alphaModFix/>
          </a:blip>
          <a:srcRect b="4686" l="11594" r="10689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088b809072_0_17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6" name="Google Shape;26;g3088b809072_0_17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2_Design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88b809072_0_22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29" name="Google Shape;29;g3088b809072_0_22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g3088b809072_0_22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" name="Google Shape;31;g3088b809072_0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088b809072_0_22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" name="Google Shape;33;g3088b809072_0_2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  <p:pic>
        <p:nvPicPr>
          <p:cNvPr id="34" name="Google Shape;34;g3088b809072_0_22"/>
          <p:cNvPicPr preferRelativeResize="0"/>
          <p:nvPr/>
        </p:nvPicPr>
        <p:blipFill rotWithShape="1">
          <a:blip r:embed="rId3">
            <a:alphaModFix/>
          </a:blip>
          <a:srcRect b="22683" l="0" r="0" t="17385"/>
          <a:stretch/>
        </p:blipFill>
        <p:spPr>
          <a:xfrm>
            <a:off x="747233" y="392667"/>
            <a:ext cx="1741234" cy="104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088b809072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7633" y="-7700"/>
            <a:ext cx="3048000" cy="13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1">
  <p:cSld name="TITLE_AND_TWO_COLUMNS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088b809072_0_31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8" name="Google Shape;38;g3088b809072_0_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g3088b809072_0_3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g3088b809072_0_31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41" name="Google Shape;41;g3088b809072_0_31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088b809072_0_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" name="Google Shape;44;g3088b809072_0_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5" name="Google Shape;45;g3088b809072_0_3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3">
  <p:cSld name="TITLE_AND_BODY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088b809072_0_4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8" name="Google Shape;48;g3088b809072_0_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g3088b809072_0_41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0" name="Google Shape;50;g3088b809072_0_4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2">
  <p:cSld name="TITLE_ONLY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88b809072_0_4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g3088b809072_0_46"/>
          <p:cNvPicPr preferRelativeResize="0"/>
          <p:nvPr/>
        </p:nvPicPr>
        <p:blipFill rotWithShape="1">
          <a:blip r:embed="rId2">
            <a:alphaModFix/>
          </a:blip>
          <a:srcRect b="23340" l="18269" r="27373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088b809072_0_46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5" name="Google Shape;55;g3088b809072_0_46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nt to know more slide">
  <p:cSld name="2_Design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088b809072_0_51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58" name="Google Shape;58;g3088b809072_0_51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g3088b809072_0_51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" name="Google Shape;60;g3088b809072_0_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088b809072_0_51"/>
          <p:cNvPicPr preferRelativeResize="0"/>
          <p:nvPr/>
        </p:nvPicPr>
        <p:blipFill rotWithShape="1">
          <a:blip r:embed="rId3">
            <a:alphaModFix/>
          </a:blip>
          <a:srcRect b="8175" l="0" r="12633" t="14764"/>
          <a:stretch/>
        </p:blipFill>
        <p:spPr>
          <a:xfrm>
            <a:off x="562700" y="425333"/>
            <a:ext cx="1839710" cy="9781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088b809072_0_51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3" name="Google Shape;63;g3088b809072_0_5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2">
  <p:cSld name="TITLE_AND_TWO_COLUMNS_3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88b809072_0_59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6" name="Google Shape;66;g3088b809072_0_5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088b809072_0_59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8" name="Google Shape;68;g3088b809072_0_59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9" name="Google Shape;69;g3088b809072_0_59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88b809072_0_65"/>
          <p:cNvSpPr txBox="1"/>
          <p:nvPr/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365F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</a:t>
            </a:r>
            <a:r>
              <a:rPr b="0" i="0" lang="en-US" sz="6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6900" u="none" cap="none" strike="noStrike">
                <a:solidFill>
                  <a:srgbClr val="039BE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you!</a:t>
            </a:r>
            <a:endParaRPr b="0" i="0" sz="6900" u="none" cap="none" strike="noStrike">
              <a:solidFill>
                <a:srgbClr val="99999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2" name="Google Shape;72;g3088b809072_0_65"/>
          <p:cNvSpPr txBox="1"/>
          <p:nvPr/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Happy Learning :)</a:t>
            </a:r>
            <a:endParaRPr b="0" i="0" sz="37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1">
  <p:cSld name="Slide - Content 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88b809072_0_6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5" name="Google Shape;75;g3088b809072_0_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g3088b809072_0_6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77" name="Google Shape;77;g3088b809072_0_6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">
  <p:cSld name="Section Divider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88b809072_0_7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g3088b809072_0_7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88b809072_0_76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83" name="Google Shape;83;g3088b809072_0_76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g3088b809072_0_7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088b809072_0_7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088b809072_0_76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 1">
  <p:cSld name="Please Note Slide 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88b809072_0_8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g3088b809072_0_82"/>
          <p:cNvPicPr preferRelativeResize="0"/>
          <p:nvPr/>
        </p:nvPicPr>
        <p:blipFill rotWithShape="1">
          <a:blip r:embed="rId2">
            <a:alphaModFix/>
          </a:blip>
          <a:srcRect b="4687" l="11594" r="10690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088b809072_0_82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91" name="Google Shape;91;g3088b809072_0_8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88b809072_0_87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94" name="Google Shape;94;g3088b809072_0_87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5" name="Google Shape;95;g3088b809072_0_8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g3088b809072_0_8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088b809072_0_87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">
  <p:cSld name="TITLE_AND_BOD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88b809072_0_93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g3088b809072_0_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g3088b809072_0_9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2" name="Google Shape;102;g3088b809072_0_9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1">
  <p:cSld name="DIY Slide 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88b809072_0_9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g3088b809072_0_98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088b809072_0_9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7" name="Google Shape;107;g3088b809072_0_9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">
  <p:cSld name="TITLE_ONLY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88b809072_0_1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g3088b809072_0_103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088b809072_0_10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2" name="Google Shape;112;g3088b809072_0_10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88b809072_0_108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5" name="Google Shape;115;g3088b809072_0_10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g3088b809072_0_10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088b809072_0_108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8" name="Google Shape;118;g3088b809072_0_108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88b809072_0_11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88b809072_0_1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3" name="Google Shape;123;g3088b809072_0_1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24" name="Google Shape;124;g3088b809072_0_11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88b809072_0_1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7" name="Google Shape;127;g3088b809072_0_12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8" name="Google Shape;128;g3088b809072_0_12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9" name="Google Shape;129;g3088b809072_0_12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88b809072_0_1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32" name="Google Shape;132;g3088b809072_0_1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88b809072_0_12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35" name="Google Shape;135;g3088b809072_0_12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36" name="Google Shape;136;g3088b809072_0_1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88b809072_0_132"/>
          <p:cNvSpPr txBox="1"/>
          <p:nvPr>
            <p:ph type="title"/>
          </p:nvPr>
        </p:nvSpPr>
        <p:spPr>
          <a:xfrm>
            <a:off x="653667" y="600200"/>
            <a:ext cx="8490300" cy="54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39" name="Google Shape;139;g3088b809072_0_13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88b809072_0_13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475" lIns="162475" spcFirstLastPara="1" rIns="162475" wrap="square" tIns="162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088b809072_0_13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43" name="Google Shape;143;g3088b809072_0_13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4" name="Google Shape;144;g3088b809072_0_13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45" name="Google Shape;145;g3088b809072_0_13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88b809072_0_14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148" name="Google Shape;148;g3088b809072_0_1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88b809072_0_14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151" name="Google Shape;151;g3088b809072_0_14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52" name="Google Shape;152;g3088b809072_0_14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88b809072_0_148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55" name="Google Shape;155;g3088b809072_0_148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g3088b809072_0_148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g3088b809072_0_148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88b809072_0_153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60" name="Google Shape;160;g3088b809072_0_153"/>
          <p:cNvSpPr txBox="1"/>
          <p:nvPr>
            <p:ph idx="1" type="body"/>
          </p:nvPr>
        </p:nvSpPr>
        <p:spPr>
          <a:xfrm>
            <a:off x="5758687" y="2569339"/>
            <a:ext cx="61755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61" name="Google Shape;161;g3088b809072_0_15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088b809072_0_15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088b809072_0_15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88b809072_0_159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g3088b809072_0_159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g3088b809072_0_159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88b809072_0_163"/>
          <p:cNvSpPr txBox="1"/>
          <p:nvPr>
            <p:ph type="ctrTitle"/>
          </p:nvPr>
        </p:nvSpPr>
        <p:spPr>
          <a:xfrm>
            <a:off x="771483" y="280172"/>
            <a:ext cx="10649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70" name="Google Shape;170;g3088b809072_0_163"/>
          <p:cNvSpPr txBox="1"/>
          <p:nvPr>
            <p:ph idx="1" type="subTitle"/>
          </p:nvPr>
        </p:nvSpPr>
        <p:spPr>
          <a:xfrm>
            <a:off x="1828800" y="3840480"/>
            <a:ext cx="85344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71" name="Google Shape;171;g3088b809072_0_16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g3088b809072_0_16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g3088b809072_0_16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OBJECT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88b809072_0_170"/>
          <p:cNvSpPr txBox="1"/>
          <p:nvPr>
            <p:ph type="ctrTitle"/>
          </p:nvPr>
        </p:nvSpPr>
        <p:spPr>
          <a:xfrm>
            <a:off x="1436989" y="213247"/>
            <a:ext cx="9318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7" name="Google Shape;177;g3088b809072_0_170"/>
          <p:cNvSpPr txBox="1"/>
          <p:nvPr>
            <p:ph idx="1" type="subTitle"/>
          </p:nvPr>
        </p:nvSpPr>
        <p:spPr>
          <a:xfrm>
            <a:off x="1828800" y="3840480"/>
            <a:ext cx="8534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8" name="Google Shape;178;g3088b809072_0_17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g3088b809072_0_17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g3088b809072_0_17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88b809072_0_1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3" name="Google Shape;183;g3088b809072_0_176"/>
          <p:cNvSpPr txBox="1"/>
          <p:nvPr>
            <p:ph idx="1" type="body"/>
          </p:nvPr>
        </p:nvSpPr>
        <p:spPr>
          <a:xfrm>
            <a:off x="60960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4" name="Google Shape;184;g3088b809072_0_176"/>
          <p:cNvSpPr txBox="1"/>
          <p:nvPr>
            <p:ph idx="2" type="body"/>
          </p:nvPr>
        </p:nvSpPr>
        <p:spPr>
          <a:xfrm>
            <a:off x="627888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5" name="Google Shape;185;g3088b809072_0_17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g3088b809072_0_17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g3088b809072_0_17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88b809072_0_18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g3088b809072_0_18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g3088b809072_0_18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88b809072_0_187"/>
          <p:cNvSpPr txBox="1"/>
          <p:nvPr>
            <p:ph type="ctrTitle"/>
          </p:nvPr>
        </p:nvSpPr>
        <p:spPr>
          <a:xfrm>
            <a:off x="914400" y="685800"/>
            <a:ext cx="103632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88b809072_0_189"/>
          <p:cNvSpPr txBox="1"/>
          <p:nvPr>
            <p:ph type="title"/>
          </p:nvPr>
        </p:nvSpPr>
        <p:spPr>
          <a:xfrm>
            <a:off x="609600" y="277812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6" name="Google Shape;196;g3088b809072_0_189"/>
          <p:cNvSpPr txBox="1"/>
          <p:nvPr>
            <p:ph idx="1" type="body"/>
          </p:nvPr>
        </p:nvSpPr>
        <p:spPr>
          <a:xfrm>
            <a:off x="1075267" y="1233487"/>
            <a:ext cx="109728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88b809072_0_192"/>
          <p:cNvSpPr txBox="1"/>
          <p:nvPr>
            <p:ph type="title"/>
          </p:nvPr>
        </p:nvSpPr>
        <p:spPr>
          <a:xfrm>
            <a:off x="609600" y="277815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9" name="Google Shape;199;g3088b809072_0_192"/>
          <p:cNvSpPr txBox="1"/>
          <p:nvPr>
            <p:ph idx="1" type="body"/>
          </p:nvPr>
        </p:nvSpPr>
        <p:spPr>
          <a:xfrm>
            <a:off x="1075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00" name="Google Shape;200;g3088b809072_0_192"/>
          <p:cNvSpPr txBox="1"/>
          <p:nvPr>
            <p:ph idx="2" type="body"/>
          </p:nvPr>
        </p:nvSpPr>
        <p:spPr>
          <a:xfrm>
            <a:off x="6663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088b809072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088b809072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73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7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73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73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73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73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088b809072_0_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g3088b809072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867500" y="5949"/>
            <a:ext cx="1701282" cy="6592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61" y="-1"/>
            <a:ext cx="9760258" cy="682454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"/>
          <p:cNvSpPr/>
          <p:nvPr/>
        </p:nvSpPr>
        <p:spPr>
          <a:xfrm>
            <a:off x="5043947" y="748802"/>
            <a:ext cx="60271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n_informative=3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Out of the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features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 will be informative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meaning these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features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have a </a:t>
            </a: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impact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</a:t>
            </a: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classification task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"/>
          <p:cNvSpPr txBox="1"/>
          <p:nvPr/>
        </p:nvSpPr>
        <p:spPr>
          <a:xfrm>
            <a:off x="275303" y="646836"/>
            <a:ext cx="11710220" cy="279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don't control </a:t>
            </a:r>
            <a:r>
              <a:rPr b="1" i="0" lang="en-US" sz="24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n_informative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features might be useful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isn't realistic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data science problems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practice, we deal with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irrelevant or noisy features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don't help with classification.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defining </a:t>
            </a:r>
            <a:r>
              <a:rPr b="1" i="0" lang="en-US" sz="24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n_informative,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noise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helping to evaluate how well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perform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challenging, noisy conditions.</a:t>
            </a:r>
            <a:endParaRPr b="1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223" y="0"/>
            <a:ext cx="7988054" cy="669965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"/>
          <p:cNvSpPr txBox="1"/>
          <p:nvPr/>
        </p:nvSpPr>
        <p:spPr>
          <a:xfrm>
            <a:off x="7531510" y="2595716"/>
            <a:ext cx="290051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see </a:t>
            </a: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0,1,2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we specified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classes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79" y="60667"/>
            <a:ext cx="11738440" cy="5376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"/>
          <p:cNvSpPr txBox="1"/>
          <p:nvPr/>
        </p:nvSpPr>
        <p:spPr>
          <a:xfrm>
            <a:off x="6213987" y="551804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setting tells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apply the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one-vs-rest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strategy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4"/>
          <p:cNvCxnSpPr/>
          <p:nvPr/>
        </p:nvCxnSpPr>
        <p:spPr>
          <a:xfrm rot="10800000">
            <a:off x="6213987" y="2949677"/>
            <a:ext cx="2959510" cy="283169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484" y="143254"/>
            <a:ext cx="8958994" cy="463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01"/>
            <a:ext cx="11533239" cy="647722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 txBox="1"/>
          <p:nvPr/>
        </p:nvSpPr>
        <p:spPr>
          <a:xfrm>
            <a:off x="3008671" y="5525729"/>
            <a:ext cx="43655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the diagonal elements are correct 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2024-10-01T02:51:34Z</dcterms:created>
  <dc:creator>jagadishdell@outlook.com</dc:creator>
</cp:coreProperties>
</file>