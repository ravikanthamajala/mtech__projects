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DF02-E714-91BD-B234-C537E2A9C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82CCF-0DD7-5E84-E9E4-69A268C2C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50C78-75C2-C871-6925-5847316B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4F304-6AB4-30CE-8309-7120AB1C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54D7-EF54-461D-FE10-4C4C9930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02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00CF-552C-AA88-F4CE-2EB2E42D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F2F6F-3D85-5FB9-D0E2-2EFFBB277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98992-9927-B4B3-DD8D-11573B88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5FF52-152F-28EC-DB52-B0BD453A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C422E-1026-AF76-4273-32F9096F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55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60A5-2383-BB6A-62D8-9963EEC1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1F860-76D6-8355-89F9-7298CFCE9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D56F2-8C70-3F68-437D-84D21F11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751AA-E809-4952-926F-FC8FF6E17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36F0D-A256-61DE-E75F-6165916F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9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26AB-AC9E-E2DC-006F-200BAF45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82254-9296-2287-3EA2-CD8230D65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40D01-6673-B98D-6839-A5CCD3C71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3E26-45EB-0684-535F-628AD9D4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5BBE6-82A6-96FB-B649-D29CE0B3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7F5F0-C15B-B3CF-DAD4-3697F36B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06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664C-5430-E36F-6586-5167F1A5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C2201-25F2-9696-EE7C-A8CADBDFF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AC1E3-1341-0D47-F0A3-AFD02A45B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1C3B3-4CC8-8E11-3C86-F1273A199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CA75B-BAB0-467B-EE5D-D15136263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25295C-00A7-AB09-AD2E-92FD0F00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D1291-0083-7C96-4852-365606C6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B24163-2D8B-E500-CDFF-31B301A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23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334A-E3FF-67E9-DE21-85D480C7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5CA1C-73E6-9798-F9FE-CAEC558F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2F961-3626-5853-9211-AA561977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4DD9E-5292-C799-D35B-40723169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961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26BC2-DB21-3B93-4D5F-B1E23AD0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D0D1-6E19-4199-33CE-C66ADBCC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6BDA7-C56C-F2D2-AC2F-70B63F77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4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E7E4-D051-3B33-04E2-62AA1426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DECE2-D981-C85C-715F-0856A1480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BBD16-B1B1-E539-0C62-795846A2B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CF256-B4DB-A5DA-45C8-15C44463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84104-CF0A-0025-C565-A8C09295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167B5-BDBB-4E30-A42A-1879A987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12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75C3-CB6A-3379-05EB-FAA7FF42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A3874-B385-12D3-6E2B-D7BD51554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9DC86-D953-93A0-9DD2-627AAA7C3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36330-0C45-5922-6899-13CE1902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F57B1-895D-0446-9F74-FC5601FD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4AD47-5D63-974D-8A0E-1CEB6AB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78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49CED-A4C2-C7E0-FB6A-4B58AE9F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A7E36-06BD-ED35-7F65-0E2C0FD82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394E-0069-FFB6-82D9-FE2E3A55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9DDA-9A64-E9AC-7ECF-AF62FEF8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A5D46-057D-855C-266F-F21AAD76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12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8D010-5412-8263-8246-3C3F075DF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DAEB6-6905-9642-C650-13D29BD17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9EB37-0E05-7229-D41E-8DB34C16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EC59E-E045-6DBE-D7C9-29617909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74897-4D61-E21A-602B-BF9017CA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19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0C04F-865A-A7C3-D44F-31073CDA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99AD4-08CA-AE01-8311-B4E12E81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51DEE-ABCA-4E98-5527-3056BF636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92393-E6C9-412C-8DEC-A0FF703CAA02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9412D-4E68-A211-03F4-55B56E54B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78A3D-9FA0-6C03-DD70-F61E79AD0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3E5D6-38F8-48E2-AD87-7E59FD5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59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DA1406-7B0B-1A85-8CF7-FC147D8C9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70" b="20419"/>
          <a:stretch>
            <a:fillRect/>
          </a:stretch>
        </p:blipFill>
        <p:spPr>
          <a:xfrm>
            <a:off x="-1" y="0"/>
            <a:ext cx="11458575" cy="3343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1C7F41-F101-2114-C82C-B6C9E3EEF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4726"/>
            <a:ext cx="10394294" cy="281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7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EE3251-6C31-ABA7-0B09-37F411A91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0031"/>
            <a:ext cx="5146170" cy="37879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DE1512-2690-68E5-ABFC-C8F77315A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394294" cy="281978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7048AA-1213-0C1E-5CB1-82DF9967E540}"/>
              </a:ext>
            </a:extLst>
          </p:cNvPr>
          <p:cNvSpPr/>
          <p:nvPr/>
        </p:nvSpPr>
        <p:spPr>
          <a:xfrm>
            <a:off x="777240" y="1042416"/>
            <a:ext cx="7260336" cy="2834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84E653-1071-4E4F-1A3B-E7C6E00EF9BB}"/>
              </a:ext>
            </a:extLst>
          </p:cNvPr>
          <p:cNvCxnSpPr/>
          <p:nvPr/>
        </p:nvCxnSpPr>
        <p:spPr>
          <a:xfrm flipH="1">
            <a:off x="3849624" y="1325880"/>
            <a:ext cx="1143000" cy="2496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100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CC8B4-8E7C-D259-3E85-EEAF825F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484146-EF1F-F6C4-E6A7-2D4E238D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95" y="3309296"/>
            <a:ext cx="5240890" cy="35487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2DC535C-D0DA-3F31-6246-7C67FCBA4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394294" cy="281978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D2DC6E-7A32-F647-DF50-57AF93FFF92F}"/>
              </a:ext>
            </a:extLst>
          </p:cNvPr>
          <p:cNvSpPr/>
          <p:nvPr/>
        </p:nvSpPr>
        <p:spPr>
          <a:xfrm>
            <a:off x="790956" y="1268158"/>
            <a:ext cx="7260336" cy="2834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4F260D-5FE7-9579-99B6-556A6E1BDDA0}"/>
              </a:ext>
            </a:extLst>
          </p:cNvPr>
          <p:cNvCxnSpPr/>
          <p:nvPr/>
        </p:nvCxnSpPr>
        <p:spPr>
          <a:xfrm flipH="1">
            <a:off x="3849624" y="1325880"/>
            <a:ext cx="1143000" cy="2496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29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70718-FEA2-9E02-8978-7E78D2CC3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744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3B2146-27B5-1658-453E-4AA83A669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9425"/>
            <a:ext cx="8011408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8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CD378-BA64-ACDD-8719-D827BB10C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92485" cy="2476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E4E8FD-4E08-DEF1-7CC0-0FF035C94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6007"/>
            <a:ext cx="7000875" cy="4291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59F20-BBDC-4C9C-3607-0D1C37280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526" y="2742626"/>
            <a:ext cx="392484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3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6AB57-1218-0DF1-66C3-E1F3461E8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92643" cy="32198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288421-4951-3F61-325E-CDC7DDF7A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383"/>
            <a:ext cx="5696518" cy="348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9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8A231D-88B7-C8D5-E84E-9B765CF6A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72075" cy="52269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8A3E84-7147-59BC-FBA2-0DBB8DFA1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075" y="1019175"/>
            <a:ext cx="3962808" cy="4040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C67E68-BF55-956A-0C65-8CF3E4237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77" y="4031643"/>
            <a:ext cx="4253323" cy="2826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B01C2D-1446-65E4-826B-E4004CD07B9D}"/>
              </a:ext>
            </a:extLst>
          </p:cNvPr>
          <p:cNvSpPr txBox="1"/>
          <p:nvPr/>
        </p:nvSpPr>
        <p:spPr>
          <a:xfrm>
            <a:off x="7153479" y="0"/>
            <a:ext cx="93237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80096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Ravikanth Amajala</dc:creator>
  <cp:lastModifiedBy>Ravikanth Amajala</cp:lastModifiedBy>
  <cp:revision>1</cp:revision>
  <dcterms:created xsi:type="dcterms:W3CDTF">2026-04-12T09:33:43Z</dcterms:created>
  <dcterms:modified xsi:type="dcterms:W3CDTF">2026-04-12T09:42:13Z</dcterms:modified>
</cp:coreProperties>
</file>