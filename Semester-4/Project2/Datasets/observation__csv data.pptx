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CEF1F-1650-8357-F051-882C5F491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397758-0423-F645-B801-348942DFA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F0FB5-625A-49FD-02F4-FB6CF83BA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AC78-08D9-4AAE-8258-A11A7280A8E4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29609-B93F-C313-CFE8-811AC1350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683DA-126B-6CBE-836B-4DCE0EA76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D55E2-9C03-4B67-9CB7-EF7586365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733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FE81F-4F5E-1FA3-8848-7DB54BC80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83DBC-4CED-1250-F939-81F6DF93C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D0505-4721-E942-2624-4E8703C29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AC78-08D9-4AAE-8258-A11A7280A8E4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67B84-1551-A5C2-A052-A4010F2EA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4FCBD-25DB-D5F6-41EC-D42D73D73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D55E2-9C03-4B67-9CB7-EF7586365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430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79A2E-4C06-4557-7024-02B825682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99A4D-9245-3DC9-3BFB-23FEE8F1D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DA84B-FE6D-91D0-0973-20F4C83DD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AC78-08D9-4AAE-8258-A11A7280A8E4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6E10D-B4C4-1DC5-018C-1A11A3879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F1C96-ED58-E555-88A3-1566C6968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D55E2-9C03-4B67-9CB7-EF7586365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424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64034-7508-4DA5-6F02-23631A8D8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00075-8F86-2B95-EA21-DA3AD2A849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62CF6A-1CB4-E8BB-657A-A93CC7EBF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2D3A7-AFC0-4728-AA60-D99F34DF9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AC78-08D9-4AAE-8258-A11A7280A8E4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BEFBC-B373-A972-4B67-343B49519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1725F-A99F-34E1-4F75-85B01A395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D55E2-9C03-4B67-9CB7-EF7586365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156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FE09B-BF4B-BC0C-A4A2-94A693B05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79C02-54A6-DC1F-BAB0-E6C57D219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D960D5-82E8-712B-1319-8388ED1D1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04FD2D-FA7B-1FA1-E78A-C83ABFA91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13BC1D-D069-B69F-49F3-65CAADC4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AD8BFC-FEB0-3DD6-45D2-C27A3C1C2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AC78-08D9-4AAE-8258-A11A7280A8E4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6D07DC-098E-3424-94D9-A87DEBAB4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7826A8-4B7D-4466-B281-C0CFFD36E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D55E2-9C03-4B67-9CB7-EF7586365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864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7644-94AC-6882-6C21-69DA2A8F0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A17FE5-258C-0FDA-FB02-A1DF98341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AC78-08D9-4AAE-8258-A11A7280A8E4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8DE0BE-1262-1526-A7BC-86057909F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FE3B0B-F825-490F-4109-D8C236E48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D55E2-9C03-4B67-9CB7-EF7586365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021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2484FA-EE19-7B23-45A7-90320069C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AC78-08D9-4AAE-8258-A11A7280A8E4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516947-015A-9ACD-4EEB-66730ED9F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E8C3F-750A-9E8C-87AA-25F863015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D55E2-9C03-4B67-9CB7-EF7586365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938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FDB35-BF09-FDF5-8A36-43D597ABE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DE619-DB1D-468A-A94E-A874F1E35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F04C35-8E99-A57B-917A-89E4BAED2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60B45-B45D-8AE4-F32D-AC3384111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AC78-08D9-4AAE-8258-A11A7280A8E4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B011A-14E7-3BFA-A6B1-E62FAA324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ADA17-9129-40DB-25AB-5122029B2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D55E2-9C03-4B67-9CB7-EF7586365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857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29548-8F07-E6D4-AF80-768E51125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379320-C195-DD60-339D-563039BF8A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BEA9E7-6E35-7754-6430-DFB9CE1CD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38F5E-52D3-3B66-5866-C0CFEA8B4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AC78-08D9-4AAE-8258-A11A7280A8E4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9C65A-C45A-4698-078C-D8C5A22DD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25773-1268-4007-0F5E-DB1A03470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D55E2-9C03-4B67-9CB7-EF7586365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982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7413A-C665-B64C-7A82-C6D417937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4F01B-4947-C48A-A5CD-2032EBE8E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A1126-CAE8-C423-7C85-DACE349CB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AC78-08D9-4AAE-8258-A11A7280A8E4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CF81E-C957-E6B9-457C-38A613E9B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7C72-FD10-BBBC-1E66-644859D44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D55E2-9C03-4B67-9CB7-EF7586365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19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948EC1-8CC1-3D67-29AD-37E342C676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33E445-A0BF-8046-A4AD-F28BB51566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FC993-05D8-825B-009A-403A1DA75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AC78-08D9-4AAE-8258-A11A7280A8E4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4F1C5-0F14-7C97-8505-ADF4DB2EF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85101-26BB-03A4-8639-58687C17C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D55E2-9C03-4B67-9CB7-EF7586365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454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6CC809-CAA8-280D-A5D0-A0F633ACA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63DF3-20FA-CB15-583A-DD77271FB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646B2-0DC8-F7F5-F209-936331C242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91AC78-08D9-4AAE-8258-A11A7280A8E4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D8CAA-2E26-01AC-6187-7408A4BA98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43D16-F4AC-38FA-244D-F102E1CEC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ED55E2-9C03-4B67-9CB7-EF7586365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440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8EB8F1-5D1A-EA3B-F031-8C8C5B0B0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426"/>
            <a:ext cx="12192000" cy="649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450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412462-B307-28B4-C771-C8A998B37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30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682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6BC085-7592-E653-2B9C-8E9866F01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19"/>
            <a:ext cx="12192000" cy="341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84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A50ECD-E6D9-4FF1-47A1-341DE0F2B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66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387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A1A175-377D-9AB4-0516-79445772E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368"/>
            <a:ext cx="7935432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911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Ravikanth Amajala</dc:creator>
  <cp:lastModifiedBy>Ravikanth Amajala</cp:lastModifiedBy>
  <cp:revision>2</cp:revision>
  <dcterms:created xsi:type="dcterms:W3CDTF">2025-12-21T07:52:54Z</dcterms:created>
  <dcterms:modified xsi:type="dcterms:W3CDTF">2025-12-22T16:24:13Z</dcterms:modified>
</cp:coreProperties>
</file>